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300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9D8724-7045-40DD-8E4E-91B72BF13C68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DE094661-118C-4D3C-875C-64E854254578}">
      <dgm:prSet phldrT="[Texto]"/>
      <dgm:spPr/>
      <dgm:t>
        <a:bodyPr/>
        <a:lstStyle/>
        <a:p>
          <a:r>
            <a:rPr lang="pt-PT" dirty="0"/>
            <a:t>Automatismos sensoriomotores</a:t>
          </a:r>
        </a:p>
      </dgm:t>
    </dgm:pt>
    <dgm:pt modelId="{749D133D-D6DC-475F-B7BB-9C29B46E21F3}" type="parTrans" cxnId="{C1048463-DE79-4BA7-8D13-17390E70BC2B}">
      <dgm:prSet/>
      <dgm:spPr/>
      <dgm:t>
        <a:bodyPr/>
        <a:lstStyle/>
        <a:p>
          <a:endParaRPr lang="pt-PT"/>
        </a:p>
      </dgm:t>
    </dgm:pt>
    <dgm:pt modelId="{60DC2700-DDF1-4320-9E8F-776CD351F2E7}" type="sibTrans" cxnId="{C1048463-DE79-4BA7-8D13-17390E70BC2B}">
      <dgm:prSet/>
      <dgm:spPr/>
      <dgm:t>
        <a:bodyPr/>
        <a:lstStyle/>
        <a:p>
          <a:endParaRPr lang="pt-PT"/>
        </a:p>
      </dgm:t>
    </dgm:pt>
    <dgm:pt modelId="{B6507643-A75F-43E3-9735-ABEE5DC84BD5}">
      <dgm:prSet phldrT="[Texto]"/>
      <dgm:spPr/>
      <dgm:t>
        <a:bodyPr/>
        <a:lstStyle/>
        <a:p>
          <a:r>
            <a:rPr lang="pt-PT" dirty="0"/>
            <a:t>Aprendizagem distribuída</a:t>
          </a:r>
        </a:p>
      </dgm:t>
    </dgm:pt>
    <dgm:pt modelId="{98EDAD56-CD94-4871-B676-E250EC153D06}" type="parTrans" cxnId="{A583C670-7610-4C4F-AA90-602A444FBC7C}">
      <dgm:prSet/>
      <dgm:spPr/>
      <dgm:t>
        <a:bodyPr/>
        <a:lstStyle/>
        <a:p>
          <a:endParaRPr lang="pt-PT"/>
        </a:p>
      </dgm:t>
    </dgm:pt>
    <dgm:pt modelId="{26E6CFF5-33BF-4F63-9D24-9A9E657B11F3}" type="sibTrans" cxnId="{A583C670-7610-4C4F-AA90-602A444FBC7C}">
      <dgm:prSet/>
      <dgm:spPr/>
      <dgm:t>
        <a:bodyPr/>
        <a:lstStyle/>
        <a:p>
          <a:endParaRPr lang="pt-PT"/>
        </a:p>
      </dgm:t>
    </dgm:pt>
    <dgm:pt modelId="{FF7CDBBB-C58C-4111-AC9F-4399D9F00B89}" type="pres">
      <dgm:prSet presAssocID="{E79D8724-7045-40DD-8E4E-91B72BF13C68}" presName="Name0" presStyleCnt="0">
        <dgm:presLayoutVars>
          <dgm:dir/>
          <dgm:resizeHandles val="exact"/>
        </dgm:presLayoutVars>
      </dgm:prSet>
      <dgm:spPr/>
    </dgm:pt>
    <dgm:pt modelId="{EFA2BBCD-4208-4EBA-9DE9-B91A6C2DFA3E}" type="pres">
      <dgm:prSet presAssocID="{DE094661-118C-4D3C-875C-64E854254578}" presName="node" presStyleLbl="node1" presStyleIdx="0" presStyleCnt="2">
        <dgm:presLayoutVars>
          <dgm:bulletEnabled val="1"/>
        </dgm:presLayoutVars>
      </dgm:prSet>
      <dgm:spPr/>
    </dgm:pt>
    <dgm:pt modelId="{C6CD8A23-27C2-422A-8A51-6BF79F22CB50}" type="pres">
      <dgm:prSet presAssocID="{60DC2700-DDF1-4320-9E8F-776CD351F2E7}" presName="sibTrans" presStyleLbl="sibTrans2D1" presStyleIdx="0" presStyleCnt="1"/>
      <dgm:spPr/>
    </dgm:pt>
    <dgm:pt modelId="{A123600D-8B47-4DA1-9958-FF8D54817A58}" type="pres">
      <dgm:prSet presAssocID="{60DC2700-DDF1-4320-9E8F-776CD351F2E7}" presName="connectorText" presStyleLbl="sibTrans2D1" presStyleIdx="0" presStyleCnt="1"/>
      <dgm:spPr/>
    </dgm:pt>
    <dgm:pt modelId="{20207084-25EC-44C3-A4C7-C4BA280D0F3E}" type="pres">
      <dgm:prSet presAssocID="{B6507643-A75F-43E3-9735-ABEE5DC84BD5}" presName="node" presStyleLbl="node1" presStyleIdx="1" presStyleCnt="2">
        <dgm:presLayoutVars>
          <dgm:bulletEnabled val="1"/>
        </dgm:presLayoutVars>
      </dgm:prSet>
      <dgm:spPr/>
    </dgm:pt>
  </dgm:ptLst>
  <dgm:cxnLst>
    <dgm:cxn modelId="{792DE430-D7A9-4CBF-8548-18FEBB680426}" type="presOf" srcId="{60DC2700-DDF1-4320-9E8F-776CD351F2E7}" destId="{C6CD8A23-27C2-422A-8A51-6BF79F22CB50}" srcOrd="0" destOrd="0" presId="urn:microsoft.com/office/officeart/2005/8/layout/process1"/>
    <dgm:cxn modelId="{C1048463-DE79-4BA7-8D13-17390E70BC2B}" srcId="{E79D8724-7045-40DD-8E4E-91B72BF13C68}" destId="{DE094661-118C-4D3C-875C-64E854254578}" srcOrd="0" destOrd="0" parTransId="{749D133D-D6DC-475F-B7BB-9C29B46E21F3}" sibTransId="{60DC2700-DDF1-4320-9E8F-776CD351F2E7}"/>
    <dgm:cxn modelId="{A583C670-7610-4C4F-AA90-602A444FBC7C}" srcId="{E79D8724-7045-40DD-8E4E-91B72BF13C68}" destId="{B6507643-A75F-43E3-9735-ABEE5DC84BD5}" srcOrd="1" destOrd="0" parTransId="{98EDAD56-CD94-4871-B676-E250EC153D06}" sibTransId="{26E6CFF5-33BF-4F63-9D24-9A9E657B11F3}"/>
    <dgm:cxn modelId="{AF622898-4E84-448F-A970-67C5BEDB9D0E}" type="presOf" srcId="{60DC2700-DDF1-4320-9E8F-776CD351F2E7}" destId="{A123600D-8B47-4DA1-9958-FF8D54817A58}" srcOrd="1" destOrd="0" presId="urn:microsoft.com/office/officeart/2005/8/layout/process1"/>
    <dgm:cxn modelId="{086756A7-2724-4CC4-9AF6-B5138EC172DE}" type="presOf" srcId="{B6507643-A75F-43E3-9735-ABEE5DC84BD5}" destId="{20207084-25EC-44C3-A4C7-C4BA280D0F3E}" srcOrd="0" destOrd="0" presId="urn:microsoft.com/office/officeart/2005/8/layout/process1"/>
    <dgm:cxn modelId="{A9310CC2-9F74-47D7-A02A-C7FED7E7E417}" type="presOf" srcId="{E79D8724-7045-40DD-8E4E-91B72BF13C68}" destId="{FF7CDBBB-C58C-4111-AC9F-4399D9F00B89}" srcOrd="0" destOrd="0" presId="urn:microsoft.com/office/officeart/2005/8/layout/process1"/>
    <dgm:cxn modelId="{763464EC-F91B-4DB9-A891-A248ED1E2CFB}" type="presOf" srcId="{DE094661-118C-4D3C-875C-64E854254578}" destId="{EFA2BBCD-4208-4EBA-9DE9-B91A6C2DFA3E}" srcOrd="0" destOrd="0" presId="urn:microsoft.com/office/officeart/2005/8/layout/process1"/>
    <dgm:cxn modelId="{52F88FB6-2B9B-4BDA-A0C2-2F10AFEE04E6}" type="presParOf" srcId="{FF7CDBBB-C58C-4111-AC9F-4399D9F00B89}" destId="{EFA2BBCD-4208-4EBA-9DE9-B91A6C2DFA3E}" srcOrd="0" destOrd="0" presId="urn:microsoft.com/office/officeart/2005/8/layout/process1"/>
    <dgm:cxn modelId="{A17CCD0E-2A77-457F-BE7F-D13738598B9E}" type="presParOf" srcId="{FF7CDBBB-C58C-4111-AC9F-4399D9F00B89}" destId="{C6CD8A23-27C2-422A-8A51-6BF79F22CB50}" srcOrd="1" destOrd="0" presId="urn:microsoft.com/office/officeart/2005/8/layout/process1"/>
    <dgm:cxn modelId="{973E63D8-010D-4726-BB64-222C27FD3308}" type="presParOf" srcId="{C6CD8A23-27C2-422A-8A51-6BF79F22CB50}" destId="{A123600D-8B47-4DA1-9958-FF8D54817A58}" srcOrd="0" destOrd="0" presId="urn:microsoft.com/office/officeart/2005/8/layout/process1"/>
    <dgm:cxn modelId="{CA542BE3-7624-42E2-ABC4-CFE70B83B10B}" type="presParOf" srcId="{FF7CDBBB-C58C-4111-AC9F-4399D9F00B89}" destId="{20207084-25EC-44C3-A4C7-C4BA280D0F3E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C9FCA8-FB82-43D1-A58A-324D994AD50E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05E04B91-35DE-47FA-BEBE-039A9E9911EC}">
      <dgm:prSet phldrT="[Texto]"/>
      <dgm:spPr/>
      <dgm:t>
        <a:bodyPr/>
        <a:lstStyle/>
        <a:p>
          <a:r>
            <a:rPr lang="pt-PT" dirty="0"/>
            <a:t>Tarefas simples</a:t>
          </a:r>
        </a:p>
      </dgm:t>
    </dgm:pt>
    <dgm:pt modelId="{BDB67B40-6356-418A-B551-E139ED936C06}" type="parTrans" cxnId="{B185C382-1936-457E-A700-69D3F3D15070}">
      <dgm:prSet/>
      <dgm:spPr/>
      <dgm:t>
        <a:bodyPr/>
        <a:lstStyle/>
        <a:p>
          <a:endParaRPr lang="pt-PT"/>
        </a:p>
      </dgm:t>
    </dgm:pt>
    <dgm:pt modelId="{FC44E010-D0AC-4C08-BDB5-FFD5DC524E02}" type="sibTrans" cxnId="{B185C382-1936-457E-A700-69D3F3D15070}">
      <dgm:prSet/>
      <dgm:spPr/>
      <dgm:t>
        <a:bodyPr/>
        <a:lstStyle/>
        <a:p>
          <a:endParaRPr lang="pt-PT"/>
        </a:p>
      </dgm:t>
    </dgm:pt>
    <dgm:pt modelId="{E4C88AEB-04E2-4085-A5B3-4CC24A8E41E1}">
      <dgm:prSet phldrT="[Texto]"/>
      <dgm:spPr/>
      <dgm:t>
        <a:bodyPr/>
        <a:lstStyle/>
        <a:p>
          <a:r>
            <a:rPr lang="pt-PT" dirty="0"/>
            <a:t>Método fracionado</a:t>
          </a:r>
        </a:p>
      </dgm:t>
    </dgm:pt>
    <dgm:pt modelId="{14E19D1A-8677-4B26-89AB-A95E93EDB5B6}" type="parTrans" cxnId="{ACF757B6-9C9E-4899-9C19-7A95D6E9A065}">
      <dgm:prSet/>
      <dgm:spPr/>
      <dgm:t>
        <a:bodyPr/>
        <a:lstStyle/>
        <a:p>
          <a:endParaRPr lang="pt-PT"/>
        </a:p>
      </dgm:t>
    </dgm:pt>
    <dgm:pt modelId="{F09B2571-DD47-4DB0-8008-C5445D83B794}" type="sibTrans" cxnId="{ACF757B6-9C9E-4899-9C19-7A95D6E9A065}">
      <dgm:prSet/>
      <dgm:spPr/>
      <dgm:t>
        <a:bodyPr/>
        <a:lstStyle/>
        <a:p>
          <a:endParaRPr lang="pt-PT"/>
        </a:p>
      </dgm:t>
    </dgm:pt>
    <dgm:pt modelId="{92555392-E8B4-458D-8504-BF78AC2FA806}">
      <dgm:prSet phldrT="[Texto]"/>
      <dgm:spPr/>
      <dgm:t>
        <a:bodyPr/>
        <a:lstStyle/>
        <a:p>
          <a:r>
            <a:rPr lang="pt-PT" dirty="0"/>
            <a:t>Aprendizagem distribuída</a:t>
          </a:r>
        </a:p>
      </dgm:t>
    </dgm:pt>
    <dgm:pt modelId="{F236AED8-45CC-4FD8-937B-AE62A0D7F387}" type="parTrans" cxnId="{4002A256-3B56-4807-8E1C-E4DEAECF5976}">
      <dgm:prSet/>
      <dgm:spPr/>
      <dgm:t>
        <a:bodyPr/>
        <a:lstStyle/>
        <a:p>
          <a:endParaRPr lang="pt-PT"/>
        </a:p>
      </dgm:t>
    </dgm:pt>
    <dgm:pt modelId="{EE05EF67-3C1F-4AD2-A2A4-27AEAAB96C8B}" type="sibTrans" cxnId="{4002A256-3B56-4807-8E1C-E4DEAECF5976}">
      <dgm:prSet/>
      <dgm:spPr/>
      <dgm:t>
        <a:bodyPr/>
        <a:lstStyle/>
        <a:p>
          <a:endParaRPr lang="pt-PT"/>
        </a:p>
      </dgm:t>
    </dgm:pt>
    <dgm:pt modelId="{31711DC5-5E1D-4CAC-8189-6D195BFBF0C8}" type="pres">
      <dgm:prSet presAssocID="{9FC9FCA8-FB82-43D1-A58A-324D994AD50E}" presName="Name0" presStyleCnt="0">
        <dgm:presLayoutVars>
          <dgm:dir/>
          <dgm:resizeHandles val="exact"/>
        </dgm:presLayoutVars>
      </dgm:prSet>
      <dgm:spPr/>
    </dgm:pt>
    <dgm:pt modelId="{A6E7750B-8B79-426B-B94A-253FF5B4C995}" type="pres">
      <dgm:prSet presAssocID="{05E04B91-35DE-47FA-BEBE-039A9E9911EC}" presName="node" presStyleLbl="node1" presStyleIdx="0" presStyleCnt="3">
        <dgm:presLayoutVars>
          <dgm:bulletEnabled val="1"/>
        </dgm:presLayoutVars>
      </dgm:prSet>
      <dgm:spPr/>
    </dgm:pt>
    <dgm:pt modelId="{A74369E5-E242-4413-BFCB-888CD139381F}" type="pres">
      <dgm:prSet presAssocID="{FC44E010-D0AC-4C08-BDB5-FFD5DC524E02}" presName="sibTrans" presStyleLbl="sibTrans2D1" presStyleIdx="0" presStyleCnt="2"/>
      <dgm:spPr/>
    </dgm:pt>
    <dgm:pt modelId="{4AB52E2E-F328-4D50-85A4-4DE330094C91}" type="pres">
      <dgm:prSet presAssocID="{FC44E010-D0AC-4C08-BDB5-FFD5DC524E02}" presName="connectorText" presStyleLbl="sibTrans2D1" presStyleIdx="0" presStyleCnt="2"/>
      <dgm:spPr/>
    </dgm:pt>
    <dgm:pt modelId="{FDD8C495-8C27-40E2-AF70-5510B55145C5}" type="pres">
      <dgm:prSet presAssocID="{E4C88AEB-04E2-4085-A5B3-4CC24A8E41E1}" presName="node" presStyleLbl="node1" presStyleIdx="1" presStyleCnt="3">
        <dgm:presLayoutVars>
          <dgm:bulletEnabled val="1"/>
        </dgm:presLayoutVars>
      </dgm:prSet>
      <dgm:spPr/>
    </dgm:pt>
    <dgm:pt modelId="{07CD5D99-9EA0-4C71-A6AE-3820D8891AF2}" type="pres">
      <dgm:prSet presAssocID="{F09B2571-DD47-4DB0-8008-C5445D83B794}" presName="sibTrans" presStyleLbl="sibTrans2D1" presStyleIdx="1" presStyleCnt="2"/>
      <dgm:spPr/>
    </dgm:pt>
    <dgm:pt modelId="{D9D7F3E5-B50D-494A-A435-A046561C6265}" type="pres">
      <dgm:prSet presAssocID="{F09B2571-DD47-4DB0-8008-C5445D83B794}" presName="connectorText" presStyleLbl="sibTrans2D1" presStyleIdx="1" presStyleCnt="2"/>
      <dgm:spPr/>
    </dgm:pt>
    <dgm:pt modelId="{36CC13A2-5988-4A9E-9EC7-C3816FA6F074}" type="pres">
      <dgm:prSet presAssocID="{92555392-E8B4-458D-8504-BF78AC2FA806}" presName="node" presStyleLbl="node1" presStyleIdx="2" presStyleCnt="3">
        <dgm:presLayoutVars>
          <dgm:bulletEnabled val="1"/>
        </dgm:presLayoutVars>
      </dgm:prSet>
      <dgm:spPr/>
    </dgm:pt>
  </dgm:ptLst>
  <dgm:cxnLst>
    <dgm:cxn modelId="{C57E605C-D3A4-41E3-BCC4-503273D13809}" type="presOf" srcId="{9FC9FCA8-FB82-43D1-A58A-324D994AD50E}" destId="{31711DC5-5E1D-4CAC-8189-6D195BFBF0C8}" srcOrd="0" destOrd="0" presId="urn:microsoft.com/office/officeart/2005/8/layout/process1"/>
    <dgm:cxn modelId="{8FE43E6A-0259-45F0-AA39-FDB4756E3F39}" type="presOf" srcId="{05E04B91-35DE-47FA-BEBE-039A9E9911EC}" destId="{A6E7750B-8B79-426B-B94A-253FF5B4C995}" srcOrd="0" destOrd="0" presId="urn:microsoft.com/office/officeart/2005/8/layout/process1"/>
    <dgm:cxn modelId="{E87D924C-7646-4262-B005-2A02DF78C7CE}" type="presOf" srcId="{FC44E010-D0AC-4C08-BDB5-FFD5DC524E02}" destId="{4AB52E2E-F328-4D50-85A4-4DE330094C91}" srcOrd="1" destOrd="0" presId="urn:microsoft.com/office/officeart/2005/8/layout/process1"/>
    <dgm:cxn modelId="{89CA8871-079B-4E11-BA39-18CF9E1F90D5}" type="presOf" srcId="{F09B2571-DD47-4DB0-8008-C5445D83B794}" destId="{D9D7F3E5-B50D-494A-A435-A046561C6265}" srcOrd="1" destOrd="0" presId="urn:microsoft.com/office/officeart/2005/8/layout/process1"/>
    <dgm:cxn modelId="{4002A256-3B56-4807-8E1C-E4DEAECF5976}" srcId="{9FC9FCA8-FB82-43D1-A58A-324D994AD50E}" destId="{92555392-E8B4-458D-8504-BF78AC2FA806}" srcOrd="2" destOrd="0" parTransId="{F236AED8-45CC-4FD8-937B-AE62A0D7F387}" sibTransId="{EE05EF67-3C1F-4AD2-A2A4-27AEAAB96C8B}"/>
    <dgm:cxn modelId="{64470157-82B9-451A-AC84-4FD45B13A05E}" type="presOf" srcId="{FC44E010-D0AC-4C08-BDB5-FFD5DC524E02}" destId="{A74369E5-E242-4413-BFCB-888CD139381F}" srcOrd="0" destOrd="0" presId="urn:microsoft.com/office/officeart/2005/8/layout/process1"/>
    <dgm:cxn modelId="{B185C382-1936-457E-A700-69D3F3D15070}" srcId="{9FC9FCA8-FB82-43D1-A58A-324D994AD50E}" destId="{05E04B91-35DE-47FA-BEBE-039A9E9911EC}" srcOrd="0" destOrd="0" parTransId="{BDB67B40-6356-418A-B551-E139ED936C06}" sibTransId="{FC44E010-D0AC-4C08-BDB5-FFD5DC524E02}"/>
    <dgm:cxn modelId="{ACF757B6-9C9E-4899-9C19-7A95D6E9A065}" srcId="{9FC9FCA8-FB82-43D1-A58A-324D994AD50E}" destId="{E4C88AEB-04E2-4085-A5B3-4CC24A8E41E1}" srcOrd="1" destOrd="0" parTransId="{14E19D1A-8677-4B26-89AB-A95E93EDB5B6}" sibTransId="{F09B2571-DD47-4DB0-8008-C5445D83B794}"/>
    <dgm:cxn modelId="{B7EF30BC-4823-4D9C-AC0E-0123121E8069}" type="presOf" srcId="{E4C88AEB-04E2-4085-A5B3-4CC24A8E41E1}" destId="{FDD8C495-8C27-40E2-AF70-5510B55145C5}" srcOrd="0" destOrd="0" presId="urn:microsoft.com/office/officeart/2005/8/layout/process1"/>
    <dgm:cxn modelId="{D96F61D9-4439-4B88-865E-559E86B1C7CB}" type="presOf" srcId="{92555392-E8B4-458D-8504-BF78AC2FA806}" destId="{36CC13A2-5988-4A9E-9EC7-C3816FA6F074}" srcOrd="0" destOrd="0" presId="urn:microsoft.com/office/officeart/2005/8/layout/process1"/>
    <dgm:cxn modelId="{50BEE6EC-2933-422C-A95A-E03E5BB3FDC1}" type="presOf" srcId="{F09B2571-DD47-4DB0-8008-C5445D83B794}" destId="{07CD5D99-9EA0-4C71-A6AE-3820D8891AF2}" srcOrd="0" destOrd="0" presId="urn:microsoft.com/office/officeart/2005/8/layout/process1"/>
    <dgm:cxn modelId="{4E608B28-492F-47A7-A8EE-78F69675904C}" type="presParOf" srcId="{31711DC5-5E1D-4CAC-8189-6D195BFBF0C8}" destId="{A6E7750B-8B79-426B-B94A-253FF5B4C995}" srcOrd="0" destOrd="0" presId="urn:microsoft.com/office/officeart/2005/8/layout/process1"/>
    <dgm:cxn modelId="{94E1894E-3C2F-48F1-AF1B-8E280CAAE541}" type="presParOf" srcId="{31711DC5-5E1D-4CAC-8189-6D195BFBF0C8}" destId="{A74369E5-E242-4413-BFCB-888CD139381F}" srcOrd="1" destOrd="0" presId="urn:microsoft.com/office/officeart/2005/8/layout/process1"/>
    <dgm:cxn modelId="{18B7B381-2B4D-486D-9A88-934217DC938B}" type="presParOf" srcId="{A74369E5-E242-4413-BFCB-888CD139381F}" destId="{4AB52E2E-F328-4D50-85A4-4DE330094C91}" srcOrd="0" destOrd="0" presId="urn:microsoft.com/office/officeart/2005/8/layout/process1"/>
    <dgm:cxn modelId="{CD3F3155-507F-4055-92CA-D1692EC09F05}" type="presParOf" srcId="{31711DC5-5E1D-4CAC-8189-6D195BFBF0C8}" destId="{FDD8C495-8C27-40E2-AF70-5510B55145C5}" srcOrd="2" destOrd="0" presId="urn:microsoft.com/office/officeart/2005/8/layout/process1"/>
    <dgm:cxn modelId="{A3ECBCB9-EC8C-44F6-B928-E9A015D5F009}" type="presParOf" srcId="{31711DC5-5E1D-4CAC-8189-6D195BFBF0C8}" destId="{07CD5D99-9EA0-4C71-A6AE-3820D8891AF2}" srcOrd="3" destOrd="0" presId="urn:microsoft.com/office/officeart/2005/8/layout/process1"/>
    <dgm:cxn modelId="{B7DF4D3E-A9AF-400C-AB2A-2AFC4F223A98}" type="presParOf" srcId="{07CD5D99-9EA0-4C71-A6AE-3820D8891AF2}" destId="{D9D7F3E5-B50D-494A-A435-A046561C6265}" srcOrd="0" destOrd="0" presId="urn:microsoft.com/office/officeart/2005/8/layout/process1"/>
    <dgm:cxn modelId="{ACFC762F-266F-426D-9858-A742F392DEE2}" type="presParOf" srcId="{31711DC5-5E1D-4CAC-8189-6D195BFBF0C8}" destId="{36CC13A2-5988-4A9E-9EC7-C3816FA6F07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226E2A-4FFB-4891-89E3-82BF348A038A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F9C5C3AB-7FA1-4338-9956-26270F6C91CA}">
      <dgm:prSet phldrT="[Texto]"/>
      <dgm:spPr/>
      <dgm:t>
        <a:bodyPr/>
        <a:lstStyle/>
        <a:p>
          <a:r>
            <a:rPr lang="pt-PT" dirty="0"/>
            <a:t>Sub tarefas</a:t>
          </a:r>
        </a:p>
      </dgm:t>
    </dgm:pt>
    <dgm:pt modelId="{9E49CE3D-19E7-49CE-998F-1708AE85E53F}" type="parTrans" cxnId="{1D499C8F-1FB4-4707-9961-0DB80049BA5F}">
      <dgm:prSet/>
      <dgm:spPr/>
      <dgm:t>
        <a:bodyPr/>
        <a:lstStyle/>
        <a:p>
          <a:endParaRPr lang="pt-PT"/>
        </a:p>
      </dgm:t>
    </dgm:pt>
    <dgm:pt modelId="{9E28EFBD-D3B1-4AAC-B45D-77986C8BA3DB}" type="sibTrans" cxnId="{1D499C8F-1FB4-4707-9961-0DB80049BA5F}">
      <dgm:prSet/>
      <dgm:spPr/>
      <dgm:t>
        <a:bodyPr/>
        <a:lstStyle/>
        <a:p>
          <a:endParaRPr lang="pt-PT"/>
        </a:p>
      </dgm:t>
    </dgm:pt>
    <dgm:pt modelId="{F65B1EBE-9A0B-4FD7-A0B5-FF7049C3FF99}">
      <dgm:prSet phldrT="[Texto]"/>
      <dgm:spPr/>
      <dgm:t>
        <a:bodyPr/>
        <a:lstStyle/>
        <a:p>
          <a:r>
            <a:rPr lang="pt-PT" dirty="0"/>
            <a:t>Exercícios analíticos</a:t>
          </a:r>
        </a:p>
      </dgm:t>
    </dgm:pt>
    <dgm:pt modelId="{35F473B1-DBFB-4621-9F8E-3605335AC2D6}" type="parTrans" cxnId="{EB1A62F1-9CBF-46F9-95DB-4D64CAACEB7F}">
      <dgm:prSet/>
      <dgm:spPr/>
      <dgm:t>
        <a:bodyPr/>
        <a:lstStyle/>
        <a:p>
          <a:endParaRPr lang="pt-PT"/>
        </a:p>
      </dgm:t>
    </dgm:pt>
    <dgm:pt modelId="{B3E27E9F-F760-4E47-8D7F-352D8E9F1EA4}" type="sibTrans" cxnId="{EB1A62F1-9CBF-46F9-95DB-4D64CAACEB7F}">
      <dgm:prSet/>
      <dgm:spPr/>
      <dgm:t>
        <a:bodyPr/>
        <a:lstStyle/>
        <a:p>
          <a:endParaRPr lang="pt-PT"/>
        </a:p>
      </dgm:t>
    </dgm:pt>
    <dgm:pt modelId="{E1688745-6D3D-421F-ACDB-26CD2202488F}" type="pres">
      <dgm:prSet presAssocID="{06226E2A-4FFB-4891-89E3-82BF348A038A}" presName="Name0" presStyleCnt="0">
        <dgm:presLayoutVars>
          <dgm:dir/>
          <dgm:resizeHandles val="exact"/>
        </dgm:presLayoutVars>
      </dgm:prSet>
      <dgm:spPr/>
    </dgm:pt>
    <dgm:pt modelId="{B6566C1E-CA16-4E89-A08B-6C59F1680750}" type="pres">
      <dgm:prSet presAssocID="{F9C5C3AB-7FA1-4338-9956-26270F6C91CA}" presName="node" presStyleLbl="node1" presStyleIdx="0" presStyleCnt="2">
        <dgm:presLayoutVars>
          <dgm:bulletEnabled val="1"/>
        </dgm:presLayoutVars>
      </dgm:prSet>
      <dgm:spPr/>
    </dgm:pt>
    <dgm:pt modelId="{E15DEBAD-7D9A-4D63-9237-8E4ADFC4BC75}" type="pres">
      <dgm:prSet presAssocID="{9E28EFBD-D3B1-4AAC-B45D-77986C8BA3DB}" presName="sibTrans" presStyleLbl="sibTrans2D1" presStyleIdx="0" presStyleCnt="1"/>
      <dgm:spPr/>
    </dgm:pt>
    <dgm:pt modelId="{00B9A2A7-A230-4981-B6AA-E7E2D3BC675B}" type="pres">
      <dgm:prSet presAssocID="{9E28EFBD-D3B1-4AAC-B45D-77986C8BA3DB}" presName="connectorText" presStyleLbl="sibTrans2D1" presStyleIdx="0" presStyleCnt="1"/>
      <dgm:spPr/>
    </dgm:pt>
    <dgm:pt modelId="{62D9BD4C-6C57-4E1B-88E6-D7B05598504C}" type="pres">
      <dgm:prSet presAssocID="{F65B1EBE-9A0B-4FD7-A0B5-FF7049C3FF99}" presName="node" presStyleLbl="node1" presStyleIdx="1" presStyleCnt="2">
        <dgm:presLayoutVars>
          <dgm:bulletEnabled val="1"/>
        </dgm:presLayoutVars>
      </dgm:prSet>
      <dgm:spPr/>
    </dgm:pt>
  </dgm:ptLst>
  <dgm:cxnLst>
    <dgm:cxn modelId="{A8388605-7795-4851-91BB-74A9F442913E}" type="presOf" srcId="{9E28EFBD-D3B1-4AAC-B45D-77986C8BA3DB}" destId="{E15DEBAD-7D9A-4D63-9237-8E4ADFC4BC75}" srcOrd="0" destOrd="0" presId="urn:microsoft.com/office/officeart/2005/8/layout/process1"/>
    <dgm:cxn modelId="{52FE1E7D-2EC3-4B25-A6A8-B7E60A84C7C4}" type="presOf" srcId="{06226E2A-4FFB-4891-89E3-82BF348A038A}" destId="{E1688745-6D3D-421F-ACDB-26CD2202488F}" srcOrd="0" destOrd="0" presId="urn:microsoft.com/office/officeart/2005/8/layout/process1"/>
    <dgm:cxn modelId="{EA1CA48D-2160-4D9B-972C-D53A5F49C754}" type="presOf" srcId="{F65B1EBE-9A0B-4FD7-A0B5-FF7049C3FF99}" destId="{62D9BD4C-6C57-4E1B-88E6-D7B05598504C}" srcOrd="0" destOrd="0" presId="urn:microsoft.com/office/officeart/2005/8/layout/process1"/>
    <dgm:cxn modelId="{1D499C8F-1FB4-4707-9961-0DB80049BA5F}" srcId="{06226E2A-4FFB-4891-89E3-82BF348A038A}" destId="{F9C5C3AB-7FA1-4338-9956-26270F6C91CA}" srcOrd="0" destOrd="0" parTransId="{9E49CE3D-19E7-49CE-998F-1708AE85E53F}" sibTransId="{9E28EFBD-D3B1-4AAC-B45D-77986C8BA3DB}"/>
    <dgm:cxn modelId="{9B0CD8ED-9323-4D90-B976-75D3BBA78270}" type="presOf" srcId="{F9C5C3AB-7FA1-4338-9956-26270F6C91CA}" destId="{B6566C1E-CA16-4E89-A08B-6C59F1680750}" srcOrd="0" destOrd="0" presId="urn:microsoft.com/office/officeart/2005/8/layout/process1"/>
    <dgm:cxn modelId="{EB1A62F1-9CBF-46F9-95DB-4D64CAACEB7F}" srcId="{06226E2A-4FFB-4891-89E3-82BF348A038A}" destId="{F65B1EBE-9A0B-4FD7-A0B5-FF7049C3FF99}" srcOrd="1" destOrd="0" parTransId="{35F473B1-DBFB-4621-9F8E-3605335AC2D6}" sibTransId="{B3E27E9F-F760-4E47-8D7F-352D8E9F1EA4}"/>
    <dgm:cxn modelId="{75D593FE-5D9E-4545-AB0A-6139449B93A1}" type="presOf" srcId="{9E28EFBD-D3B1-4AAC-B45D-77986C8BA3DB}" destId="{00B9A2A7-A230-4981-B6AA-E7E2D3BC675B}" srcOrd="1" destOrd="0" presId="urn:microsoft.com/office/officeart/2005/8/layout/process1"/>
    <dgm:cxn modelId="{188D04D0-0A1B-4BB8-A02B-50E535E810C8}" type="presParOf" srcId="{E1688745-6D3D-421F-ACDB-26CD2202488F}" destId="{B6566C1E-CA16-4E89-A08B-6C59F1680750}" srcOrd="0" destOrd="0" presId="urn:microsoft.com/office/officeart/2005/8/layout/process1"/>
    <dgm:cxn modelId="{4F599BBC-31EC-4BB0-8CB0-8CF437375696}" type="presParOf" srcId="{E1688745-6D3D-421F-ACDB-26CD2202488F}" destId="{E15DEBAD-7D9A-4D63-9237-8E4ADFC4BC75}" srcOrd="1" destOrd="0" presId="urn:microsoft.com/office/officeart/2005/8/layout/process1"/>
    <dgm:cxn modelId="{6E0194AA-98F3-48F3-8AD4-BB592135CFD3}" type="presParOf" srcId="{E15DEBAD-7D9A-4D63-9237-8E4ADFC4BC75}" destId="{00B9A2A7-A230-4981-B6AA-E7E2D3BC675B}" srcOrd="0" destOrd="0" presId="urn:microsoft.com/office/officeart/2005/8/layout/process1"/>
    <dgm:cxn modelId="{C2D44610-89FF-4D92-BB21-90DE6CB15BC7}" type="presParOf" srcId="{E1688745-6D3D-421F-ACDB-26CD2202488F}" destId="{62D9BD4C-6C57-4E1B-88E6-D7B05598504C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64C76B-C20C-4AE6-84AB-E9B352C5E791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7B3A2AA0-5116-4738-9EB9-C68DC9B3B4F9}">
      <dgm:prSet phldrT="[Texto]" custT="1"/>
      <dgm:spPr/>
      <dgm:t>
        <a:bodyPr/>
        <a:lstStyle/>
        <a:p>
          <a:r>
            <a:rPr lang="pt-PT" sz="6000" b="1" dirty="0"/>
            <a:t>Atitudes</a:t>
          </a:r>
          <a:r>
            <a:rPr lang="pt-PT" sz="4300" dirty="0"/>
            <a:t> </a:t>
          </a:r>
        </a:p>
      </dgm:t>
    </dgm:pt>
    <dgm:pt modelId="{DBEBE74F-574A-4F00-A206-0547E40AB75F}" type="parTrans" cxnId="{ED10FA8F-1396-4AC4-A3F3-505D29EF9565}">
      <dgm:prSet/>
      <dgm:spPr/>
      <dgm:t>
        <a:bodyPr/>
        <a:lstStyle/>
        <a:p>
          <a:endParaRPr lang="pt-PT"/>
        </a:p>
      </dgm:t>
    </dgm:pt>
    <dgm:pt modelId="{FF72AA6F-7949-4299-819F-853E76EFC3B4}" type="sibTrans" cxnId="{ED10FA8F-1396-4AC4-A3F3-505D29EF9565}">
      <dgm:prSet/>
      <dgm:spPr/>
      <dgm:t>
        <a:bodyPr/>
        <a:lstStyle/>
        <a:p>
          <a:endParaRPr lang="pt-PT"/>
        </a:p>
      </dgm:t>
    </dgm:pt>
    <dgm:pt modelId="{3665F205-E758-4932-9811-9BBD7C2130AF}">
      <dgm:prSet phldrT="[Texto]"/>
      <dgm:spPr/>
      <dgm:t>
        <a:bodyPr/>
        <a:lstStyle/>
        <a:p>
          <a:r>
            <a:rPr lang="pt-PT" b="1" dirty="0"/>
            <a:t>Aprendizagem em Grupo</a:t>
          </a:r>
        </a:p>
      </dgm:t>
    </dgm:pt>
    <dgm:pt modelId="{69737352-D186-4273-B926-D969DEC28B90}" type="parTrans" cxnId="{B89285E2-6D9E-413F-A4F8-702EF7224E18}">
      <dgm:prSet/>
      <dgm:spPr/>
      <dgm:t>
        <a:bodyPr/>
        <a:lstStyle/>
        <a:p>
          <a:endParaRPr lang="pt-PT"/>
        </a:p>
      </dgm:t>
    </dgm:pt>
    <dgm:pt modelId="{0C1DAE07-F79F-4C65-B60D-54B8BD240CF4}" type="sibTrans" cxnId="{B89285E2-6D9E-413F-A4F8-702EF7224E18}">
      <dgm:prSet/>
      <dgm:spPr/>
      <dgm:t>
        <a:bodyPr/>
        <a:lstStyle/>
        <a:p>
          <a:endParaRPr lang="pt-PT"/>
        </a:p>
      </dgm:t>
    </dgm:pt>
    <dgm:pt modelId="{0C0BF708-5685-4248-990D-E9FC14ACFE61}" type="pres">
      <dgm:prSet presAssocID="{BF64C76B-C20C-4AE6-84AB-E9B352C5E791}" presName="Name0" presStyleCnt="0">
        <dgm:presLayoutVars>
          <dgm:dir/>
          <dgm:resizeHandles val="exact"/>
        </dgm:presLayoutVars>
      </dgm:prSet>
      <dgm:spPr/>
    </dgm:pt>
    <dgm:pt modelId="{A924E9DE-A643-4BF3-A483-AF545D001C51}" type="pres">
      <dgm:prSet presAssocID="{7B3A2AA0-5116-4738-9EB9-C68DC9B3B4F9}" presName="node" presStyleLbl="node1" presStyleIdx="0" presStyleCnt="2">
        <dgm:presLayoutVars>
          <dgm:bulletEnabled val="1"/>
        </dgm:presLayoutVars>
      </dgm:prSet>
      <dgm:spPr/>
    </dgm:pt>
    <dgm:pt modelId="{0BE7E84C-2257-4AF9-8441-7AF3EDA53240}" type="pres">
      <dgm:prSet presAssocID="{FF72AA6F-7949-4299-819F-853E76EFC3B4}" presName="sibTrans" presStyleLbl="sibTrans2D1" presStyleIdx="0" presStyleCnt="1"/>
      <dgm:spPr/>
    </dgm:pt>
    <dgm:pt modelId="{E7B866CA-6984-44A7-A570-862C401CD8C5}" type="pres">
      <dgm:prSet presAssocID="{FF72AA6F-7949-4299-819F-853E76EFC3B4}" presName="connectorText" presStyleLbl="sibTrans2D1" presStyleIdx="0" presStyleCnt="1"/>
      <dgm:spPr/>
    </dgm:pt>
    <dgm:pt modelId="{EAC9C21C-3F4E-417E-9395-5444921BE619}" type="pres">
      <dgm:prSet presAssocID="{3665F205-E758-4932-9811-9BBD7C2130AF}" presName="node" presStyleLbl="node1" presStyleIdx="1" presStyleCnt="2">
        <dgm:presLayoutVars>
          <dgm:bulletEnabled val="1"/>
        </dgm:presLayoutVars>
      </dgm:prSet>
      <dgm:spPr/>
    </dgm:pt>
  </dgm:ptLst>
  <dgm:cxnLst>
    <dgm:cxn modelId="{DBC84C1D-FAB6-4365-84D2-EE5119C11CE2}" type="presOf" srcId="{7B3A2AA0-5116-4738-9EB9-C68DC9B3B4F9}" destId="{A924E9DE-A643-4BF3-A483-AF545D001C51}" srcOrd="0" destOrd="0" presId="urn:microsoft.com/office/officeart/2005/8/layout/process1"/>
    <dgm:cxn modelId="{6A9FAE61-C2FE-472D-9815-BF94C50B8170}" type="presOf" srcId="{BF64C76B-C20C-4AE6-84AB-E9B352C5E791}" destId="{0C0BF708-5685-4248-990D-E9FC14ACFE61}" srcOrd="0" destOrd="0" presId="urn:microsoft.com/office/officeart/2005/8/layout/process1"/>
    <dgm:cxn modelId="{03293F62-A17A-415A-9239-FD93593453DF}" type="presOf" srcId="{3665F205-E758-4932-9811-9BBD7C2130AF}" destId="{EAC9C21C-3F4E-417E-9395-5444921BE619}" srcOrd="0" destOrd="0" presId="urn:microsoft.com/office/officeart/2005/8/layout/process1"/>
    <dgm:cxn modelId="{BCC44469-A982-41AF-95A4-49F689BF9564}" type="presOf" srcId="{FF72AA6F-7949-4299-819F-853E76EFC3B4}" destId="{0BE7E84C-2257-4AF9-8441-7AF3EDA53240}" srcOrd="0" destOrd="0" presId="urn:microsoft.com/office/officeart/2005/8/layout/process1"/>
    <dgm:cxn modelId="{120FEB7A-235A-4DC9-82EE-48B25A0BC714}" type="presOf" srcId="{FF72AA6F-7949-4299-819F-853E76EFC3B4}" destId="{E7B866CA-6984-44A7-A570-862C401CD8C5}" srcOrd="1" destOrd="0" presId="urn:microsoft.com/office/officeart/2005/8/layout/process1"/>
    <dgm:cxn modelId="{ED10FA8F-1396-4AC4-A3F3-505D29EF9565}" srcId="{BF64C76B-C20C-4AE6-84AB-E9B352C5E791}" destId="{7B3A2AA0-5116-4738-9EB9-C68DC9B3B4F9}" srcOrd="0" destOrd="0" parTransId="{DBEBE74F-574A-4F00-A206-0547E40AB75F}" sibTransId="{FF72AA6F-7949-4299-819F-853E76EFC3B4}"/>
    <dgm:cxn modelId="{B89285E2-6D9E-413F-A4F8-702EF7224E18}" srcId="{BF64C76B-C20C-4AE6-84AB-E9B352C5E791}" destId="{3665F205-E758-4932-9811-9BBD7C2130AF}" srcOrd="1" destOrd="0" parTransId="{69737352-D186-4273-B926-D969DEC28B90}" sibTransId="{0C1DAE07-F79F-4C65-B60D-54B8BD240CF4}"/>
    <dgm:cxn modelId="{19EC42BD-BD0C-4963-B032-6CA57C58A96C}" type="presParOf" srcId="{0C0BF708-5685-4248-990D-E9FC14ACFE61}" destId="{A924E9DE-A643-4BF3-A483-AF545D001C51}" srcOrd="0" destOrd="0" presId="urn:microsoft.com/office/officeart/2005/8/layout/process1"/>
    <dgm:cxn modelId="{4AF5D485-40E1-4013-81B4-8B30129A5F6D}" type="presParOf" srcId="{0C0BF708-5685-4248-990D-E9FC14ACFE61}" destId="{0BE7E84C-2257-4AF9-8441-7AF3EDA53240}" srcOrd="1" destOrd="0" presId="urn:microsoft.com/office/officeart/2005/8/layout/process1"/>
    <dgm:cxn modelId="{ED0E85C7-1360-4E71-9374-88F0573E7CBE}" type="presParOf" srcId="{0BE7E84C-2257-4AF9-8441-7AF3EDA53240}" destId="{E7B866CA-6984-44A7-A570-862C401CD8C5}" srcOrd="0" destOrd="0" presId="urn:microsoft.com/office/officeart/2005/8/layout/process1"/>
    <dgm:cxn modelId="{D37C0A77-BE01-4401-BA6E-7717B8A618EA}" type="presParOf" srcId="{0C0BF708-5685-4248-990D-E9FC14ACFE61}" destId="{EAC9C21C-3F4E-417E-9395-5444921BE619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D3BEEA7-79D7-472C-8104-215C054E610B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34D7B83C-EB25-4B8D-BC6D-AFFF9883BEC1}">
      <dgm:prSet phldrT="[Texto]"/>
      <dgm:spPr/>
      <dgm:t>
        <a:bodyPr/>
        <a:lstStyle/>
        <a:p>
          <a:r>
            <a:rPr lang="pt-PT" dirty="0"/>
            <a:t>Manobras complexas(mudança de direção; ultrapassagem…)</a:t>
          </a:r>
        </a:p>
      </dgm:t>
    </dgm:pt>
    <dgm:pt modelId="{59C1E2DB-C006-4E3E-8303-AE739E7056B4}" type="parTrans" cxnId="{F087960B-7D17-4EB9-9636-F7D2BA2FA483}">
      <dgm:prSet/>
      <dgm:spPr/>
      <dgm:t>
        <a:bodyPr/>
        <a:lstStyle/>
        <a:p>
          <a:endParaRPr lang="pt-PT"/>
        </a:p>
      </dgm:t>
    </dgm:pt>
    <dgm:pt modelId="{E06AE53E-347A-4D55-AF6A-C034EF6D5F0A}" type="sibTrans" cxnId="{F087960B-7D17-4EB9-9636-F7D2BA2FA483}">
      <dgm:prSet/>
      <dgm:spPr/>
      <dgm:t>
        <a:bodyPr/>
        <a:lstStyle/>
        <a:p>
          <a:endParaRPr lang="pt-PT"/>
        </a:p>
      </dgm:t>
    </dgm:pt>
    <dgm:pt modelId="{F9451F43-655A-4FD1-897A-0065A5A757B0}">
      <dgm:prSet phldrT="[Texto]" custT="1"/>
      <dgm:spPr/>
      <dgm:t>
        <a:bodyPr/>
        <a:lstStyle/>
        <a:p>
          <a:r>
            <a:rPr lang="pt-PT" sz="4400" b="1" dirty="0"/>
            <a:t>Exercícios Globais</a:t>
          </a:r>
        </a:p>
      </dgm:t>
    </dgm:pt>
    <dgm:pt modelId="{07F8E5A3-660C-4459-AC3F-61E8D517A69E}" type="parTrans" cxnId="{579B053A-AB07-4799-BB24-2429891AE275}">
      <dgm:prSet/>
      <dgm:spPr/>
      <dgm:t>
        <a:bodyPr/>
        <a:lstStyle/>
        <a:p>
          <a:endParaRPr lang="pt-PT"/>
        </a:p>
      </dgm:t>
    </dgm:pt>
    <dgm:pt modelId="{11E961E6-D936-4A0E-AEB1-F6DFBF77292D}" type="sibTrans" cxnId="{579B053A-AB07-4799-BB24-2429891AE275}">
      <dgm:prSet/>
      <dgm:spPr/>
      <dgm:t>
        <a:bodyPr/>
        <a:lstStyle/>
        <a:p>
          <a:endParaRPr lang="pt-PT"/>
        </a:p>
      </dgm:t>
    </dgm:pt>
    <dgm:pt modelId="{F0F18FAB-56FF-41AE-9683-02C1604679DB}" type="pres">
      <dgm:prSet presAssocID="{ED3BEEA7-79D7-472C-8104-215C054E610B}" presName="Name0" presStyleCnt="0">
        <dgm:presLayoutVars>
          <dgm:dir/>
          <dgm:resizeHandles val="exact"/>
        </dgm:presLayoutVars>
      </dgm:prSet>
      <dgm:spPr/>
    </dgm:pt>
    <dgm:pt modelId="{ED305D89-0B2C-4BCE-90B7-ECCDD12EEBA8}" type="pres">
      <dgm:prSet presAssocID="{34D7B83C-EB25-4B8D-BC6D-AFFF9883BEC1}" presName="node" presStyleLbl="node1" presStyleIdx="0" presStyleCnt="2">
        <dgm:presLayoutVars>
          <dgm:bulletEnabled val="1"/>
        </dgm:presLayoutVars>
      </dgm:prSet>
      <dgm:spPr/>
    </dgm:pt>
    <dgm:pt modelId="{254CC189-4DAD-4FAC-A0C0-8776B9E7003B}" type="pres">
      <dgm:prSet presAssocID="{E06AE53E-347A-4D55-AF6A-C034EF6D5F0A}" presName="sibTrans" presStyleLbl="sibTrans2D1" presStyleIdx="0" presStyleCnt="1"/>
      <dgm:spPr/>
    </dgm:pt>
    <dgm:pt modelId="{3CF5A91D-A5C3-42EA-BEC2-49A20C551268}" type="pres">
      <dgm:prSet presAssocID="{E06AE53E-347A-4D55-AF6A-C034EF6D5F0A}" presName="connectorText" presStyleLbl="sibTrans2D1" presStyleIdx="0" presStyleCnt="1"/>
      <dgm:spPr/>
    </dgm:pt>
    <dgm:pt modelId="{AAF7AEE9-A40C-44A6-9335-A5E6D93560DB}" type="pres">
      <dgm:prSet presAssocID="{F9451F43-655A-4FD1-897A-0065A5A757B0}" presName="node" presStyleLbl="node1" presStyleIdx="1" presStyleCnt="2">
        <dgm:presLayoutVars>
          <dgm:bulletEnabled val="1"/>
        </dgm:presLayoutVars>
      </dgm:prSet>
      <dgm:spPr/>
    </dgm:pt>
  </dgm:ptLst>
  <dgm:cxnLst>
    <dgm:cxn modelId="{F087960B-7D17-4EB9-9636-F7D2BA2FA483}" srcId="{ED3BEEA7-79D7-472C-8104-215C054E610B}" destId="{34D7B83C-EB25-4B8D-BC6D-AFFF9883BEC1}" srcOrd="0" destOrd="0" parTransId="{59C1E2DB-C006-4E3E-8303-AE739E7056B4}" sibTransId="{E06AE53E-347A-4D55-AF6A-C034EF6D5F0A}"/>
    <dgm:cxn modelId="{579B053A-AB07-4799-BB24-2429891AE275}" srcId="{ED3BEEA7-79D7-472C-8104-215C054E610B}" destId="{F9451F43-655A-4FD1-897A-0065A5A757B0}" srcOrd="1" destOrd="0" parTransId="{07F8E5A3-660C-4459-AC3F-61E8D517A69E}" sibTransId="{11E961E6-D936-4A0E-AEB1-F6DFBF77292D}"/>
    <dgm:cxn modelId="{ADA79199-5BE6-4696-93B7-06483E193BC5}" type="presOf" srcId="{E06AE53E-347A-4D55-AF6A-C034EF6D5F0A}" destId="{3CF5A91D-A5C3-42EA-BEC2-49A20C551268}" srcOrd="1" destOrd="0" presId="urn:microsoft.com/office/officeart/2005/8/layout/process1"/>
    <dgm:cxn modelId="{02BA80A3-5307-4488-94EC-7A8343E652ED}" type="presOf" srcId="{E06AE53E-347A-4D55-AF6A-C034EF6D5F0A}" destId="{254CC189-4DAD-4FAC-A0C0-8776B9E7003B}" srcOrd="0" destOrd="0" presId="urn:microsoft.com/office/officeart/2005/8/layout/process1"/>
    <dgm:cxn modelId="{CB7E22B0-3B01-4F7F-8096-AF018ED96A82}" type="presOf" srcId="{ED3BEEA7-79D7-472C-8104-215C054E610B}" destId="{F0F18FAB-56FF-41AE-9683-02C1604679DB}" srcOrd="0" destOrd="0" presId="urn:microsoft.com/office/officeart/2005/8/layout/process1"/>
    <dgm:cxn modelId="{931E44B5-8384-4364-ACA1-C9ED75B5F6A5}" type="presOf" srcId="{F9451F43-655A-4FD1-897A-0065A5A757B0}" destId="{AAF7AEE9-A40C-44A6-9335-A5E6D93560DB}" srcOrd="0" destOrd="0" presId="urn:microsoft.com/office/officeart/2005/8/layout/process1"/>
    <dgm:cxn modelId="{734F18F6-E22B-4EAA-8A96-BC6781F66959}" type="presOf" srcId="{34D7B83C-EB25-4B8D-BC6D-AFFF9883BEC1}" destId="{ED305D89-0B2C-4BCE-90B7-ECCDD12EEBA8}" srcOrd="0" destOrd="0" presId="urn:microsoft.com/office/officeart/2005/8/layout/process1"/>
    <dgm:cxn modelId="{07544C1C-8D6C-4EA2-8E3A-C4443E742C1C}" type="presParOf" srcId="{F0F18FAB-56FF-41AE-9683-02C1604679DB}" destId="{ED305D89-0B2C-4BCE-90B7-ECCDD12EEBA8}" srcOrd="0" destOrd="0" presId="urn:microsoft.com/office/officeart/2005/8/layout/process1"/>
    <dgm:cxn modelId="{39891599-0E30-495D-B31D-A623079E78CC}" type="presParOf" srcId="{F0F18FAB-56FF-41AE-9683-02C1604679DB}" destId="{254CC189-4DAD-4FAC-A0C0-8776B9E7003B}" srcOrd="1" destOrd="0" presId="urn:microsoft.com/office/officeart/2005/8/layout/process1"/>
    <dgm:cxn modelId="{7A29F951-D064-4619-AB0A-EF96C1F12450}" type="presParOf" srcId="{254CC189-4DAD-4FAC-A0C0-8776B9E7003B}" destId="{3CF5A91D-A5C3-42EA-BEC2-49A20C551268}" srcOrd="0" destOrd="0" presId="urn:microsoft.com/office/officeart/2005/8/layout/process1"/>
    <dgm:cxn modelId="{620D9FDE-95A6-4673-BAA7-651FEAFA3FA7}" type="presParOf" srcId="{F0F18FAB-56FF-41AE-9683-02C1604679DB}" destId="{AAF7AEE9-A40C-44A6-9335-A5E6D93560DB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31A614F-B1D2-4DA9-867F-5585C685A3D3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8BEBB4E2-0D47-4860-84AB-3EA5633F444B}">
      <dgm:prSet phldrT="[Texto]"/>
      <dgm:spPr/>
      <dgm:t>
        <a:bodyPr/>
        <a:lstStyle/>
        <a:p>
          <a:r>
            <a:rPr lang="pt-PT" dirty="0"/>
            <a:t>Situação real de trânsito</a:t>
          </a:r>
        </a:p>
      </dgm:t>
    </dgm:pt>
    <dgm:pt modelId="{37656DAE-09A5-4260-A784-8F70EB07201D}" type="parTrans" cxnId="{B5A8C07F-761A-421D-B69B-FF9EB045FD1C}">
      <dgm:prSet/>
      <dgm:spPr/>
      <dgm:t>
        <a:bodyPr/>
        <a:lstStyle/>
        <a:p>
          <a:endParaRPr lang="pt-PT"/>
        </a:p>
      </dgm:t>
    </dgm:pt>
    <dgm:pt modelId="{CD6D0D86-4758-44FC-988F-F61FD720CA16}" type="sibTrans" cxnId="{B5A8C07F-761A-421D-B69B-FF9EB045FD1C}">
      <dgm:prSet/>
      <dgm:spPr/>
      <dgm:t>
        <a:bodyPr/>
        <a:lstStyle/>
        <a:p>
          <a:endParaRPr lang="pt-PT"/>
        </a:p>
      </dgm:t>
    </dgm:pt>
    <dgm:pt modelId="{3B4F18D9-1392-48ED-99C2-53353B15DE34}">
      <dgm:prSet phldrT="[Texto]"/>
      <dgm:spPr/>
      <dgm:t>
        <a:bodyPr/>
        <a:lstStyle/>
        <a:p>
          <a:r>
            <a:rPr lang="pt-PT" dirty="0"/>
            <a:t>Método Global</a:t>
          </a:r>
        </a:p>
      </dgm:t>
    </dgm:pt>
    <dgm:pt modelId="{4D61444F-F213-4114-B364-1DEB4F32C17D}" type="parTrans" cxnId="{6329100E-A1FC-4BEB-AF74-790D25483A00}">
      <dgm:prSet/>
      <dgm:spPr/>
      <dgm:t>
        <a:bodyPr/>
        <a:lstStyle/>
        <a:p>
          <a:endParaRPr lang="pt-PT"/>
        </a:p>
      </dgm:t>
    </dgm:pt>
    <dgm:pt modelId="{841DC131-5E28-498B-94E7-1DDF1B4F09E9}" type="sibTrans" cxnId="{6329100E-A1FC-4BEB-AF74-790D25483A00}">
      <dgm:prSet/>
      <dgm:spPr/>
      <dgm:t>
        <a:bodyPr/>
        <a:lstStyle/>
        <a:p>
          <a:endParaRPr lang="pt-PT"/>
        </a:p>
      </dgm:t>
    </dgm:pt>
    <dgm:pt modelId="{1ADEFC68-88E8-464E-B9D8-1B556F485F7F}" type="pres">
      <dgm:prSet presAssocID="{C31A614F-B1D2-4DA9-867F-5585C685A3D3}" presName="Name0" presStyleCnt="0">
        <dgm:presLayoutVars>
          <dgm:dir/>
          <dgm:resizeHandles val="exact"/>
        </dgm:presLayoutVars>
      </dgm:prSet>
      <dgm:spPr/>
    </dgm:pt>
    <dgm:pt modelId="{0AC36389-2CA8-4216-A7BF-D82CE9A6D4B9}" type="pres">
      <dgm:prSet presAssocID="{8BEBB4E2-0D47-4860-84AB-3EA5633F444B}" presName="node" presStyleLbl="node1" presStyleIdx="0" presStyleCnt="2">
        <dgm:presLayoutVars>
          <dgm:bulletEnabled val="1"/>
        </dgm:presLayoutVars>
      </dgm:prSet>
      <dgm:spPr/>
    </dgm:pt>
    <dgm:pt modelId="{84A8AABD-1D42-459F-9341-C5916B6EC09D}" type="pres">
      <dgm:prSet presAssocID="{CD6D0D86-4758-44FC-988F-F61FD720CA16}" presName="sibTrans" presStyleLbl="sibTrans2D1" presStyleIdx="0" presStyleCnt="1"/>
      <dgm:spPr/>
    </dgm:pt>
    <dgm:pt modelId="{7BB5D354-53C6-45DE-8C5A-7938A539CEB6}" type="pres">
      <dgm:prSet presAssocID="{CD6D0D86-4758-44FC-988F-F61FD720CA16}" presName="connectorText" presStyleLbl="sibTrans2D1" presStyleIdx="0" presStyleCnt="1"/>
      <dgm:spPr/>
    </dgm:pt>
    <dgm:pt modelId="{8C5E81E3-8F65-473E-A157-6075FE730A90}" type="pres">
      <dgm:prSet presAssocID="{3B4F18D9-1392-48ED-99C2-53353B15DE34}" presName="node" presStyleLbl="node1" presStyleIdx="1" presStyleCnt="2">
        <dgm:presLayoutVars>
          <dgm:bulletEnabled val="1"/>
        </dgm:presLayoutVars>
      </dgm:prSet>
      <dgm:spPr/>
    </dgm:pt>
  </dgm:ptLst>
  <dgm:cxnLst>
    <dgm:cxn modelId="{6329100E-A1FC-4BEB-AF74-790D25483A00}" srcId="{C31A614F-B1D2-4DA9-867F-5585C685A3D3}" destId="{3B4F18D9-1392-48ED-99C2-53353B15DE34}" srcOrd="1" destOrd="0" parTransId="{4D61444F-F213-4114-B364-1DEB4F32C17D}" sibTransId="{841DC131-5E28-498B-94E7-1DDF1B4F09E9}"/>
    <dgm:cxn modelId="{20F1D844-1964-498B-9FAC-2EE7956274F5}" type="presOf" srcId="{C31A614F-B1D2-4DA9-867F-5585C685A3D3}" destId="{1ADEFC68-88E8-464E-B9D8-1B556F485F7F}" srcOrd="0" destOrd="0" presId="urn:microsoft.com/office/officeart/2005/8/layout/process1"/>
    <dgm:cxn modelId="{E43C5F52-186B-436C-B48F-6A38889DC94D}" type="presOf" srcId="{8BEBB4E2-0D47-4860-84AB-3EA5633F444B}" destId="{0AC36389-2CA8-4216-A7BF-D82CE9A6D4B9}" srcOrd="0" destOrd="0" presId="urn:microsoft.com/office/officeart/2005/8/layout/process1"/>
    <dgm:cxn modelId="{5D23BF58-E541-4C40-AC72-D5C1D42AFA67}" type="presOf" srcId="{CD6D0D86-4758-44FC-988F-F61FD720CA16}" destId="{7BB5D354-53C6-45DE-8C5A-7938A539CEB6}" srcOrd="1" destOrd="0" presId="urn:microsoft.com/office/officeart/2005/8/layout/process1"/>
    <dgm:cxn modelId="{B5A8C07F-761A-421D-B69B-FF9EB045FD1C}" srcId="{C31A614F-B1D2-4DA9-867F-5585C685A3D3}" destId="{8BEBB4E2-0D47-4860-84AB-3EA5633F444B}" srcOrd="0" destOrd="0" parTransId="{37656DAE-09A5-4260-A784-8F70EB07201D}" sibTransId="{CD6D0D86-4758-44FC-988F-F61FD720CA16}"/>
    <dgm:cxn modelId="{4719E5B3-17C6-4F7C-8FB5-EDF70750CD99}" type="presOf" srcId="{CD6D0D86-4758-44FC-988F-F61FD720CA16}" destId="{84A8AABD-1D42-459F-9341-C5916B6EC09D}" srcOrd="0" destOrd="0" presId="urn:microsoft.com/office/officeart/2005/8/layout/process1"/>
    <dgm:cxn modelId="{97D1F1FD-2D53-41D3-A001-C7BA5E45EF50}" type="presOf" srcId="{3B4F18D9-1392-48ED-99C2-53353B15DE34}" destId="{8C5E81E3-8F65-473E-A157-6075FE730A90}" srcOrd="0" destOrd="0" presId="urn:microsoft.com/office/officeart/2005/8/layout/process1"/>
    <dgm:cxn modelId="{227A91C0-A62B-462F-BE34-3C33A7ADE37D}" type="presParOf" srcId="{1ADEFC68-88E8-464E-B9D8-1B556F485F7F}" destId="{0AC36389-2CA8-4216-A7BF-D82CE9A6D4B9}" srcOrd="0" destOrd="0" presId="urn:microsoft.com/office/officeart/2005/8/layout/process1"/>
    <dgm:cxn modelId="{CB29BCB8-E95F-4263-A4CD-C72D2E004AA5}" type="presParOf" srcId="{1ADEFC68-88E8-464E-B9D8-1B556F485F7F}" destId="{84A8AABD-1D42-459F-9341-C5916B6EC09D}" srcOrd="1" destOrd="0" presId="urn:microsoft.com/office/officeart/2005/8/layout/process1"/>
    <dgm:cxn modelId="{C1132BEC-69B0-4204-AEA0-D7317139CA92}" type="presParOf" srcId="{84A8AABD-1D42-459F-9341-C5916B6EC09D}" destId="{7BB5D354-53C6-45DE-8C5A-7938A539CEB6}" srcOrd="0" destOrd="0" presId="urn:microsoft.com/office/officeart/2005/8/layout/process1"/>
    <dgm:cxn modelId="{97E7926A-E094-4E4E-95F1-B1D8141AF6B5}" type="presParOf" srcId="{1ADEFC68-88E8-464E-B9D8-1B556F485F7F}" destId="{8C5E81E3-8F65-473E-A157-6075FE730A90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4EF4603-D726-479B-BC14-66DAD62F5228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940645E3-60F9-4DA9-B2E1-26A5DCF55C30}">
      <dgm:prSet phldrT="[Texto]"/>
      <dgm:spPr/>
      <dgm:t>
        <a:bodyPr/>
        <a:lstStyle/>
        <a:p>
          <a:r>
            <a:rPr lang="pt-PT" dirty="0"/>
            <a:t>Sensação</a:t>
          </a:r>
        </a:p>
      </dgm:t>
    </dgm:pt>
    <dgm:pt modelId="{EEFDFBCC-DB83-4648-AD46-F3030BE804E9}" type="parTrans" cxnId="{82A48CDC-06DA-4D8B-A1E4-39DF0D914DEC}">
      <dgm:prSet/>
      <dgm:spPr/>
      <dgm:t>
        <a:bodyPr/>
        <a:lstStyle/>
        <a:p>
          <a:endParaRPr lang="pt-PT"/>
        </a:p>
      </dgm:t>
    </dgm:pt>
    <dgm:pt modelId="{FF2251D5-86C4-4998-8C8C-9529C11FD779}" type="sibTrans" cxnId="{82A48CDC-06DA-4D8B-A1E4-39DF0D914DEC}">
      <dgm:prSet/>
      <dgm:spPr/>
      <dgm:t>
        <a:bodyPr/>
        <a:lstStyle/>
        <a:p>
          <a:endParaRPr lang="pt-PT"/>
        </a:p>
      </dgm:t>
    </dgm:pt>
    <dgm:pt modelId="{1B794697-0224-4CCF-A4E1-B4D69A49E3BC}">
      <dgm:prSet phldrT="[Texto]"/>
      <dgm:spPr/>
      <dgm:t>
        <a:bodyPr/>
        <a:lstStyle/>
        <a:p>
          <a:r>
            <a:rPr lang="pt-PT" dirty="0"/>
            <a:t>Recolha de Informação</a:t>
          </a:r>
        </a:p>
      </dgm:t>
    </dgm:pt>
    <dgm:pt modelId="{D71D9769-4E7D-4DE5-A37C-B65605E9EA20}" type="parTrans" cxnId="{97EAA286-C5C4-4BE1-A6A7-28424F1A18C5}">
      <dgm:prSet/>
      <dgm:spPr/>
      <dgm:t>
        <a:bodyPr/>
        <a:lstStyle/>
        <a:p>
          <a:endParaRPr lang="pt-PT"/>
        </a:p>
      </dgm:t>
    </dgm:pt>
    <dgm:pt modelId="{9AFF89AD-3277-4BCE-9D49-B7DB1CB6AE6C}" type="sibTrans" cxnId="{97EAA286-C5C4-4BE1-A6A7-28424F1A18C5}">
      <dgm:prSet/>
      <dgm:spPr/>
      <dgm:t>
        <a:bodyPr/>
        <a:lstStyle/>
        <a:p>
          <a:endParaRPr lang="pt-PT"/>
        </a:p>
      </dgm:t>
    </dgm:pt>
    <dgm:pt modelId="{0FFAEFA7-0626-47E7-B3F4-6B87AD133768}" type="pres">
      <dgm:prSet presAssocID="{84EF4603-D726-479B-BC14-66DAD62F5228}" presName="Name0" presStyleCnt="0">
        <dgm:presLayoutVars>
          <dgm:dir/>
          <dgm:resizeHandles val="exact"/>
        </dgm:presLayoutVars>
      </dgm:prSet>
      <dgm:spPr/>
    </dgm:pt>
    <dgm:pt modelId="{3C4456FA-CAC3-44C8-827D-A62F10ACBA8B}" type="pres">
      <dgm:prSet presAssocID="{940645E3-60F9-4DA9-B2E1-26A5DCF55C30}" presName="node" presStyleLbl="node1" presStyleIdx="0" presStyleCnt="2">
        <dgm:presLayoutVars>
          <dgm:bulletEnabled val="1"/>
        </dgm:presLayoutVars>
      </dgm:prSet>
      <dgm:spPr/>
    </dgm:pt>
    <dgm:pt modelId="{E33A4C15-438B-4A6E-8AA9-891BE146E442}" type="pres">
      <dgm:prSet presAssocID="{FF2251D5-86C4-4998-8C8C-9529C11FD779}" presName="sibTrans" presStyleLbl="sibTrans2D1" presStyleIdx="0" presStyleCnt="1"/>
      <dgm:spPr/>
    </dgm:pt>
    <dgm:pt modelId="{9A5B7BF9-1882-4ECA-BFA5-C99EB3404875}" type="pres">
      <dgm:prSet presAssocID="{FF2251D5-86C4-4998-8C8C-9529C11FD779}" presName="connectorText" presStyleLbl="sibTrans2D1" presStyleIdx="0" presStyleCnt="1"/>
      <dgm:spPr/>
    </dgm:pt>
    <dgm:pt modelId="{C771FFB6-2735-4903-8A92-016CA8BF80C5}" type="pres">
      <dgm:prSet presAssocID="{1B794697-0224-4CCF-A4E1-B4D69A49E3BC}" presName="node" presStyleLbl="node1" presStyleIdx="1" presStyleCnt="2">
        <dgm:presLayoutVars>
          <dgm:bulletEnabled val="1"/>
        </dgm:presLayoutVars>
      </dgm:prSet>
      <dgm:spPr/>
    </dgm:pt>
  </dgm:ptLst>
  <dgm:cxnLst>
    <dgm:cxn modelId="{8A98614F-B1B9-4784-A548-9498AFB151FB}" type="presOf" srcId="{FF2251D5-86C4-4998-8C8C-9529C11FD779}" destId="{E33A4C15-438B-4A6E-8AA9-891BE146E442}" srcOrd="0" destOrd="0" presId="urn:microsoft.com/office/officeart/2005/8/layout/process1"/>
    <dgm:cxn modelId="{2D28B057-BB35-44F5-A464-6B5DB6E390C0}" type="presOf" srcId="{84EF4603-D726-479B-BC14-66DAD62F5228}" destId="{0FFAEFA7-0626-47E7-B3F4-6B87AD133768}" srcOrd="0" destOrd="0" presId="urn:microsoft.com/office/officeart/2005/8/layout/process1"/>
    <dgm:cxn modelId="{E41CDB85-CE56-4198-8787-E9E240DD91B6}" type="presOf" srcId="{940645E3-60F9-4DA9-B2E1-26A5DCF55C30}" destId="{3C4456FA-CAC3-44C8-827D-A62F10ACBA8B}" srcOrd="0" destOrd="0" presId="urn:microsoft.com/office/officeart/2005/8/layout/process1"/>
    <dgm:cxn modelId="{97EAA286-C5C4-4BE1-A6A7-28424F1A18C5}" srcId="{84EF4603-D726-479B-BC14-66DAD62F5228}" destId="{1B794697-0224-4CCF-A4E1-B4D69A49E3BC}" srcOrd="1" destOrd="0" parTransId="{D71D9769-4E7D-4DE5-A37C-B65605E9EA20}" sibTransId="{9AFF89AD-3277-4BCE-9D49-B7DB1CB6AE6C}"/>
    <dgm:cxn modelId="{7D348C8F-2D73-4DF9-8D1E-4939887D725B}" type="presOf" srcId="{FF2251D5-86C4-4998-8C8C-9529C11FD779}" destId="{9A5B7BF9-1882-4ECA-BFA5-C99EB3404875}" srcOrd="1" destOrd="0" presId="urn:microsoft.com/office/officeart/2005/8/layout/process1"/>
    <dgm:cxn modelId="{EBE2CBAF-967F-490A-9688-09E6742EEE22}" type="presOf" srcId="{1B794697-0224-4CCF-A4E1-B4D69A49E3BC}" destId="{C771FFB6-2735-4903-8A92-016CA8BF80C5}" srcOrd="0" destOrd="0" presId="urn:microsoft.com/office/officeart/2005/8/layout/process1"/>
    <dgm:cxn modelId="{82A48CDC-06DA-4D8B-A1E4-39DF0D914DEC}" srcId="{84EF4603-D726-479B-BC14-66DAD62F5228}" destId="{940645E3-60F9-4DA9-B2E1-26A5DCF55C30}" srcOrd="0" destOrd="0" parTransId="{EEFDFBCC-DB83-4648-AD46-F3030BE804E9}" sibTransId="{FF2251D5-86C4-4998-8C8C-9529C11FD779}"/>
    <dgm:cxn modelId="{30A1A091-6CA3-4C25-8EFB-78070244E715}" type="presParOf" srcId="{0FFAEFA7-0626-47E7-B3F4-6B87AD133768}" destId="{3C4456FA-CAC3-44C8-827D-A62F10ACBA8B}" srcOrd="0" destOrd="0" presId="urn:microsoft.com/office/officeart/2005/8/layout/process1"/>
    <dgm:cxn modelId="{727C3DA2-82F0-40E7-9037-02F07D2F25C6}" type="presParOf" srcId="{0FFAEFA7-0626-47E7-B3F4-6B87AD133768}" destId="{E33A4C15-438B-4A6E-8AA9-891BE146E442}" srcOrd="1" destOrd="0" presId="urn:microsoft.com/office/officeart/2005/8/layout/process1"/>
    <dgm:cxn modelId="{89E245C3-080C-4199-AC1F-561F28C3C83E}" type="presParOf" srcId="{E33A4C15-438B-4A6E-8AA9-891BE146E442}" destId="{9A5B7BF9-1882-4ECA-BFA5-C99EB3404875}" srcOrd="0" destOrd="0" presId="urn:microsoft.com/office/officeart/2005/8/layout/process1"/>
    <dgm:cxn modelId="{B21F3E3A-3654-48C8-A74D-83B80764191D}" type="presParOf" srcId="{0FFAEFA7-0626-47E7-B3F4-6B87AD133768}" destId="{C771FFB6-2735-4903-8A92-016CA8BF80C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EA40DFB-856E-437F-BE22-F293E33776B9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5968F595-ABBA-4B11-A3A2-1DF3677E47E5}">
      <dgm:prSet phldrT="[Texto]" custT="1"/>
      <dgm:spPr/>
      <dgm:t>
        <a:bodyPr/>
        <a:lstStyle/>
        <a:p>
          <a:r>
            <a:rPr lang="pt-PT" sz="5400" dirty="0"/>
            <a:t>Perceção</a:t>
          </a:r>
        </a:p>
      </dgm:t>
    </dgm:pt>
    <dgm:pt modelId="{B12DDA56-1895-4B7C-8363-95A537D0E963}" type="parTrans" cxnId="{24557D6E-BC54-4B22-9862-992CC3E36FE2}">
      <dgm:prSet/>
      <dgm:spPr/>
      <dgm:t>
        <a:bodyPr/>
        <a:lstStyle/>
        <a:p>
          <a:endParaRPr lang="pt-PT"/>
        </a:p>
      </dgm:t>
    </dgm:pt>
    <dgm:pt modelId="{B5E61C6E-E14E-4BF7-8EE4-5AADD80CDF85}" type="sibTrans" cxnId="{24557D6E-BC54-4B22-9862-992CC3E36FE2}">
      <dgm:prSet/>
      <dgm:spPr/>
      <dgm:t>
        <a:bodyPr/>
        <a:lstStyle/>
        <a:p>
          <a:endParaRPr lang="pt-PT"/>
        </a:p>
      </dgm:t>
    </dgm:pt>
    <dgm:pt modelId="{5344D482-ACEE-46DB-A61D-F22963D9B8F8}">
      <dgm:prSet phldrT="[Texto]"/>
      <dgm:spPr/>
      <dgm:t>
        <a:bodyPr/>
        <a:lstStyle/>
        <a:p>
          <a:r>
            <a:rPr lang="pt-PT" dirty="0"/>
            <a:t>Atribuir significado; Perceber</a:t>
          </a:r>
        </a:p>
      </dgm:t>
    </dgm:pt>
    <dgm:pt modelId="{D6F7BB99-89A3-42AA-9B82-D92993AEEAE1}" type="parTrans" cxnId="{8A7B2E58-52A9-4970-B349-02571C50F3F9}">
      <dgm:prSet/>
      <dgm:spPr/>
      <dgm:t>
        <a:bodyPr/>
        <a:lstStyle/>
        <a:p>
          <a:endParaRPr lang="pt-PT"/>
        </a:p>
      </dgm:t>
    </dgm:pt>
    <dgm:pt modelId="{A4EB1D22-BFB2-4A82-BCF5-E3A702997EF6}" type="sibTrans" cxnId="{8A7B2E58-52A9-4970-B349-02571C50F3F9}">
      <dgm:prSet/>
      <dgm:spPr/>
      <dgm:t>
        <a:bodyPr/>
        <a:lstStyle/>
        <a:p>
          <a:endParaRPr lang="pt-PT"/>
        </a:p>
      </dgm:t>
    </dgm:pt>
    <dgm:pt modelId="{E952FC12-C1E6-4558-B162-B65659D17B4A}" type="pres">
      <dgm:prSet presAssocID="{8EA40DFB-856E-437F-BE22-F293E33776B9}" presName="Name0" presStyleCnt="0">
        <dgm:presLayoutVars>
          <dgm:dir/>
          <dgm:resizeHandles val="exact"/>
        </dgm:presLayoutVars>
      </dgm:prSet>
      <dgm:spPr/>
    </dgm:pt>
    <dgm:pt modelId="{871F7669-0268-4F1B-B429-DA9D2FB82149}" type="pres">
      <dgm:prSet presAssocID="{5968F595-ABBA-4B11-A3A2-1DF3677E47E5}" presName="node" presStyleLbl="node1" presStyleIdx="0" presStyleCnt="2">
        <dgm:presLayoutVars>
          <dgm:bulletEnabled val="1"/>
        </dgm:presLayoutVars>
      </dgm:prSet>
      <dgm:spPr/>
    </dgm:pt>
    <dgm:pt modelId="{ED97F48C-719C-4B2B-9052-4B2B969D83E1}" type="pres">
      <dgm:prSet presAssocID="{B5E61C6E-E14E-4BF7-8EE4-5AADD80CDF85}" presName="sibTrans" presStyleLbl="sibTrans2D1" presStyleIdx="0" presStyleCnt="1"/>
      <dgm:spPr/>
    </dgm:pt>
    <dgm:pt modelId="{489D8F25-ABCA-45F4-AE42-7BE28CBF9D33}" type="pres">
      <dgm:prSet presAssocID="{B5E61C6E-E14E-4BF7-8EE4-5AADD80CDF85}" presName="connectorText" presStyleLbl="sibTrans2D1" presStyleIdx="0" presStyleCnt="1"/>
      <dgm:spPr/>
    </dgm:pt>
    <dgm:pt modelId="{71382D4C-A399-4ECC-B83D-D1DA14F31FD3}" type="pres">
      <dgm:prSet presAssocID="{5344D482-ACEE-46DB-A61D-F22963D9B8F8}" presName="node" presStyleLbl="node1" presStyleIdx="1" presStyleCnt="2">
        <dgm:presLayoutVars>
          <dgm:bulletEnabled val="1"/>
        </dgm:presLayoutVars>
      </dgm:prSet>
      <dgm:spPr/>
    </dgm:pt>
  </dgm:ptLst>
  <dgm:cxnLst>
    <dgm:cxn modelId="{34E6D22C-049A-4DAC-831C-2AA7343F9551}" type="presOf" srcId="{B5E61C6E-E14E-4BF7-8EE4-5AADD80CDF85}" destId="{489D8F25-ABCA-45F4-AE42-7BE28CBF9D33}" srcOrd="1" destOrd="0" presId="urn:microsoft.com/office/officeart/2005/8/layout/process1"/>
    <dgm:cxn modelId="{20387F2F-E3CB-49AB-9521-38FC80A1FA13}" type="presOf" srcId="{B5E61C6E-E14E-4BF7-8EE4-5AADD80CDF85}" destId="{ED97F48C-719C-4B2B-9052-4B2B969D83E1}" srcOrd="0" destOrd="0" presId="urn:microsoft.com/office/officeart/2005/8/layout/process1"/>
    <dgm:cxn modelId="{24557D6E-BC54-4B22-9862-992CC3E36FE2}" srcId="{8EA40DFB-856E-437F-BE22-F293E33776B9}" destId="{5968F595-ABBA-4B11-A3A2-1DF3677E47E5}" srcOrd="0" destOrd="0" parTransId="{B12DDA56-1895-4B7C-8363-95A537D0E963}" sibTransId="{B5E61C6E-E14E-4BF7-8EE4-5AADD80CDF85}"/>
    <dgm:cxn modelId="{8A7B2E58-52A9-4970-B349-02571C50F3F9}" srcId="{8EA40DFB-856E-437F-BE22-F293E33776B9}" destId="{5344D482-ACEE-46DB-A61D-F22963D9B8F8}" srcOrd="1" destOrd="0" parTransId="{D6F7BB99-89A3-42AA-9B82-D92993AEEAE1}" sibTransId="{A4EB1D22-BFB2-4A82-BCF5-E3A702997EF6}"/>
    <dgm:cxn modelId="{0B6676A9-976C-46EB-BB1C-2213F9839FC6}" type="presOf" srcId="{5344D482-ACEE-46DB-A61D-F22963D9B8F8}" destId="{71382D4C-A399-4ECC-B83D-D1DA14F31FD3}" srcOrd="0" destOrd="0" presId="urn:microsoft.com/office/officeart/2005/8/layout/process1"/>
    <dgm:cxn modelId="{73C091BF-05C3-4FD5-98F3-C99ACF0337D7}" type="presOf" srcId="{5968F595-ABBA-4B11-A3A2-1DF3677E47E5}" destId="{871F7669-0268-4F1B-B429-DA9D2FB82149}" srcOrd="0" destOrd="0" presId="urn:microsoft.com/office/officeart/2005/8/layout/process1"/>
    <dgm:cxn modelId="{975FAEDC-CA63-49C9-BE52-F4A717E0DF3B}" type="presOf" srcId="{8EA40DFB-856E-437F-BE22-F293E33776B9}" destId="{E952FC12-C1E6-4558-B162-B65659D17B4A}" srcOrd="0" destOrd="0" presId="urn:microsoft.com/office/officeart/2005/8/layout/process1"/>
    <dgm:cxn modelId="{9BA87EF9-C535-4ADA-A49A-1A293E740ABC}" type="presParOf" srcId="{E952FC12-C1E6-4558-B162-B65659D17B4A}" destId="{871F7669-0268-4F1B-B429-DA9D2FB82149}" srcOrd="0" destOrd="0" presId="urn:microsoft.com/office/officeart/2005/8/layout/process1"/>
    <dgm:cxn modelId="{B11CD6D3-3AE2-4399-98A4-C93C168C111C}" type="presParOf" srcId="{E952FC12-C1E6-4558-B162-B65659D17B4A}" destId="{ED97F48C-719C-4B2B-9052-4B2B969D83E1}" srcOrd="1" destOrd="0" presId="urn:microsoft.com/office/officeart/2005/8/layout/process1"/>
    <dgm:cxn modelId="{CA8F9A27-03A4-4014-951D-0ECC367C78D4}" type="presParOf" srcId="{ED97F48C-719C-4B2B-9052-4B2B969D83E1}" destId="{489D8F25-ABCA-45F4-AE42-7BE28CBF9D33}" srcOrd="0" destOrd="0" presId="urn:microsoft.com/office/officeart/2005/8/layout/process1"/>
    <dgm:cxn modelId="{6D9ABD59-7AAC-4146-B4CE-C07EF6BBBFE3}" type="presParOf" srcId="{E952FC12-C1E6-4558-B162-B65659D17B4A}" destId="{71382D4C-A399-4ECC-B83D-D1DA14F31FD3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5FB9789-9514-468D-A5DE-781035C45759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6BBDED94-90EA-4942-90EE-F6D65BA81036}">
      <dgm:prSet phldrT="[Texto]"/>
      <dgm:spPr/>
      <dgm:t>
        <a:bodyPr/>
        <a:lstStyle/>
        <a:p>
          <a:r>
            <a:rPr lang="pt-PT" dirty="0"/>
            <a:t>Situação não real de trânsito</a:t>
          </a:r>
        </a:p>
      </dgm:t>
    </dgm:pt>
    <dgm:pt modelId="{BE5968E2-76B8-4484-BEA4-7CC28F2F0115}" type="parTrans" cxnId="{5C6D9D60-BC03-45D6-BC7A-C3671B878C2B}">
      <dgm:prSet/>
      <dgm:spPr/>
      <dgm:t>
        <a:bodyPr/>
        <a:lstStyle/>
        <a:p>
          <a:endParaRPr lang="pt-PT"/>
        </a:p>
      </dgm:t>
    </dgm:pt>
    <dgm:pt modelId="{138B867F-1EAE-48ED-8D55-5FD75C2E1363}" type="sibTrans" cxnId="{5C6D9D60-BC03-45D6-BC7A-C3671B878C2B}">
      <dgm:prSet/>
      <dgm:spPr/>
      <dgm:t>
        <a:bodyPr/>
        <a:lstStyle/>
        <a:p>
          <a:endParaRPr lang="pt-PT"/>
        </a:p>
      </dgm:t>
    </dgm:pt>
    <dgm:pt modelId="{B82569B7-B175-4902-8540-ACEE71CA26AF}">
      <dgm:prSet phldrT="[Texto]"/>
      <dgm:spPr/>
      <dgm:t>
        <a:bodyPr/>
        <a:lstStyle/>
        <a:p>
          <a:r>
            <a:rPr lang="pt-PT" dirty="0"/>
            <a:t>Simulação Pedagógica</a:t>
          </a:r>
        </a:p>
      </dgm:t>
    </dgm:pt>
    <dgm:pt modelId="{A4634D84-320A-44F1-9719-2D492F20A2DE}" type="parTrans" cxnId="{AB7D3A7B-F811-4285-9245-8527F2F74A9F}">
      <dgm:prSet/>
      <dgm:spPr/>
      <dgm:t>
        <a:bodyPr/>
        <a:lstStyle/>
        <a:p>
          <a:endParaRPr lang="pt-PT"/>
        </a:p>
      </dgm:t>
    </dgm:pt>
    <dgm:pt modelId="{95FF6685-10DC-4407-A95A-B5C7066E5947}" type="sibTrans" cxnId="{AB7D3A7B-F811-4285-9245-8527F2F74A9F}">
      <dgm:prSet/>
      <dgm:spPr/>
      <dgm:t>
        <a:bodyPr/>
        <a:lstStyle/>
        <a:p>
          <a:endParaRPr lang="pt-PT"/>
        </a:p>
      </dgm:t>
    </dgm:pt>
    <dgm:pt modelId="{CA719805-28FA-4C7D-AAE4-E2C8BB1BB06D}" type="pres">
      <dgm:prSet presAssocID="{E5FB9789-9514-468D-A5DE-781035C45759}" presName="Name0" presStyleCnt="0">
        <dgm:presLayoutVars>
          <dgm:dir/>
          <dgm:resizeHandles val="exact"/>
        </dgm:presLayoutVars>
      </dgm:prSet>
      <dgm:spPr/>
    </dgm:pt>
    <dgm:pt modelId="{10ED4CF4-CCD1-43B1-AEDD-380DE1DDB8C5}" type="pres">
      <dgm:prSet presAssocID="{6BBDED94-90EA-4942-90EE-F6D65BA81036}" presName="node" presStyleLbl="node1" presStyleIdx="0" presStyleCnt="2" custLinFactNeighborX="-117" custLinFactNeighborY="-1871">
        <dgm:presLayoutVars>
          <dgm:bulletEnabled val="1"/>
        </dgm:presLayoutVars>
      </dgm:prSet>
      <dgm:spPr/>
    </dgm:pt>
    <dgm:pt modelId="{58039967-44FA-41B7-B864-EE65DE53D5FE}" type="pres">
      <dgm:prSet presAssocID="{138B867F-1EAE-48ED-8D55-5FD75C2E1363}" presName="sibTrans" presStyleLbl="sibTrans2D1" presStyleIdx="0" presStyleCnt="1"/>
      <dgm:spPr/>
    </dgm:pt>
    <dgm:pt modelId="{71F1EDF8-051C-4617-8DF4-8179C8304695}" type="pres">
      <dgm:prSet presAssocID="{138B867F-1EAE-48ED-8D55-5FD75C2E1363}" presName="connectorText" presStyleLbl="sibTrans2D1" presStyleIdx="0" presStyleCnt="1"/>
      <dgm:spPr/>
    </dgm:pt>
    <dgm:pt modelId="{FCCCE6C3-7DF6-4165-A02C-53031E9B76E5}" type="pres">
      <dgm:prSet presAssocID="{B82569B7-B175-4902-8540-ACEE71CA26AF}" presName="node" presStyleLbl="node1" presStyleIdx="1" presStyleCnt="2">
        <dgm:presLayoutVars>
          <dgm:bulletEnabled val="1"/>
        </dgm:presLayoutVars>
      </dgm:prSet>
      <dgm:spPr/>
    </dgm:pt>
  </dgm:ptLst>
  <dgm:cxnLst>
    <dgm:cxn modelId="{241FA103-BE23-40FF-9116-8E4265C5BD0D}" type="presOf" srcId="{E5FB9789-9514-468D-A5DE-781035C45759}" destId="{CA719805-28FA-4C7D-AAE4-E2C8BB1BB06D}" srcOrd="0" destOrd="0" presId="urn:microsoft.com/office/officeart/2005/8/layout/process1"/>
    <dgm:cxn modelId="{61CF7B3E-6EFE-4425-8581-7B2F079ABD5A}" type="presOf" srcId="{138B867F-1EAE-48ED-8D55-5FD75C2E1363}" destId="{71F1EDF8-051C-4617-8DF4-8179C8304695}" srcOrd="1" destOrd="0" presId="urn:microsoft.com/office/officeart/2005/8/layout/process1"/>
    <dgm:cxn modelId="{5C6D9D60-BC03-45D6-BC7A-C3671B878C2B}" srcId="{E5FB9789-9514-468D-A5DE-781035C45759}" destId="{6BBDED94-90EA-4942-90EE-F6D65BA81036}" srcOrd="0" destOrd="0" parTransId="{BE5968E2-76B8-4484-BEA4-7CC28F2F0115}" sibTransId="{138B867F-1EAE-48ED-8D55-5FD75C2E1363}"/>
    <dgm:cxn modelId="{AB7D3A7B-F811-4285-9245-8527F2F74A9F}" srcId="{E5FB9789-9514-468D-A5DE-781035C45759}" destId="{B82569B7-B175-4902-8540-ACEE71CA26AF}" srcOrd="1" destOrd="0" parTransId="{A4634D84-320A-44F1-9719-2D492F20A2DE}" sibTransId="{95FF6685-10DC-4407-A95A-B5C7066E5947}"/>
    <dgm:cxn modelId="{0D18C180-269B-4272-AB2E-7F71A6C0476A}" type="presOf" srcId="{6BBDED94-90EA-4942-90EE-F6D65BA81036}" destId="{10ED4CF4-CCD1-43B1-AEDD-380DE1DDB8C5}" srcOrd="0" destOrd="0" presId="urn:microsoft.com/office/officeart/2005/8/layout/process1"/>
    <dgm:cxn modelId="{8830F4AC-8D03-49D0-AC54-7650331B3DCE}" type="presOf" srcId="{138B867F-1EAE-48ED-8D55-5FD75C2E1363}" destId="{58039967-44FA-41B7-B864-EE65DE53D5FE}" srcOrd="0" destOrd="0" presId="urn:microsoft.com/office/officeart/2005/8/layout/process1"/>
    <dgm:cxn modelId="{E26763FF-8BC6-4C1D-AD0B-6F49A740CFFA}" type="presOf" srcId="{B82569B7-B175-4902-8540-ACEE71CA26AF}" destId="{FCCCE6C3-7DF6-4165-A02C-53031E9B76E5}" srcOrd="0" destOrd="0" presId="urn:microsoft.com/office/officeart/2005/8/layout/process1"/>
    <dgm:cxn modelId="{61BEF132-0FC4-4EEF-8923-76E982EE0CD1}" type="presParOf" srcId="{CA719805-28FA-4C7D-AAE4-E2C8BB1BB06D}" destId="{10ED4CF4-CCD1-43B1-AEDD-380DE1DDB8C5}" srcOrd="0" destOrd="0" presId="urn:microsoft.com/office/officeart/2005/8/layout/process1"/>
    <dgm:cxn modelId="{20657793-8416-4755-878A-67028843F70B}" type="presParOf" srcId="{CA719805-28FA-4C7D-AAE4-E2C8BB1BB06D}" destId="{58039967-44FA-41B7-B864-EE65DE53D5FE}" srcOrd="1" destOrd="0" presId="urn:microsoft.com/office/officeart/2005/8/layout/process1"/>
    <dgm:cxn modelId="{3DAED673-6C3A-48FA-B900-87B9122FE46A}" type="presParOf" srcId="{58039967-44FA-41B7-B864-EE65DE53D5FE}" destId="{71F1EDF8-051C-4617-8DF4-8179C8304695}" srcOrd="0" destOrd="0" presId="urn:microsoft.com/office/officeart/2005/8/layout/process1"/>
    <dgm:cxn modelId="{13DD9688-214D-400A-A7D1-A8C4953040C4}" type="presParOf" srcId="{CA719805-28FA-4C7D-AAE4-E2C8BB1BB06D}" destId="{FCCCE6C3-7DF6-4165-A02C-53031E9B76E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A68CAD2-EF84-4A33-A266-EADA6B595CCD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9FC8252F-4747-454F-A4C2-FAF3AC0F5621}">
      <dgm:prSet phldrT="[Texto]"/>
      <dgm:spPr/>
      <dgm:t>
        <a:bodyPr/>
        <a:lstStyle/>
        <a:p>
          <a:r>
            <a:rPr lang="pt-PT" dirty="0"/>
            <a:t>Prática da condução</a:t>
          </a:r>
        </a:p>
      </dgm:t>
    </dgm:pt>
    <dgm:pt modelId="{2D3DE14F-727D-419D-9BE1-E2D031B20867}" type="parTrans" cxnId="{D1DAF3F6-8192-45A0-B056-B93BA39C0FF1}">
      <dgm:prSet/>
      <dgm:spPr/>
      <dgm:t>
        <a:bodyPr/>
        <a:lstStyle/>
        <a:p>
          <a:endParaRPr lang="pt-PT"/>
        </a:p>
      </dgm:t>
    </dgm:pt>
    <dgm:pt modelId="{73BC65A3-1FDE-42F2-9B01-A5BCFE014DCF}" type="sibTrans" cxnId="{D1DAF3F6-8192-45A0-B056-B93BA39C0FF1}">
      <dgm:prSet/>
      <dgm:spPr/>
      <dgm:t>
        <a:bodyPr/>
        <a:lstStyle/>
        <a:p>
          <a:endParaRPr lang="pt-PT"/>
        </a:p>
      </dgm:t>
    </dgm:pt>
    <dgm:pt modelId="{CC6B3D4E-833F-4FA2-8985-636DB73632C2}">
      <dgm:prSet phldrT="[Texto]"/>
      <dgm:spPr/>
      <dgm:t>
        <a:bodyPr/>
        <a:lstStyle/>
        <a:p>
          <a:r>
            <a:rPr lang="pt-PT" dirty="0"/>
            <a:t>Aprendizagem individual</a:t>
          </a:r>
        </a:p>
      </dgm:t>
    </dgm:pt>
    <dgm:pt modelId="{A6AB3B1E-0822-454D-9F70-AAD02401E059}" type="parTrans" cxnId="{282E71FE-1379-4805-A9EE-AAB1FBF41C15}">
      <dgm:prSet/>
      <dgm:spPr/>
      <dgm:t>
        <a:bodyPr/>
        <a:lstStyle/>
        <a:p>
          <a:endParaRPr lang="pt-PT"/>
        </a:p>
      </dgm:t>
    </dgm:pt>
    <dgm:pt modelId="{D05DE968-3EE4-4FF3-8028-89612BB22FE5}" type="sibTrans" cxnId="{282E71FE-1379-4805-A9EE-AAB1FBF41C15}">
      <dgm:prSet/>
      <dgm:spPr/>
      <dgm:t>
        <a:bodyPr/>
        <a:lstStyle/>
        <a:p>
          <a:endParaRPr lang="pt-PT"/>
        </a:p>
      </dgm:t>
    </dgm:pt>
    <dgm:pt modelId="{3A9FE0E2-25FB-45C2-8B99-BED4B2EDFDBD}" type="pres">
      <dgm:prSet presAssocID="{8A68CAD2-EF84-4A33-A266-EADA6B595CCD}" presName="Name0" presStyleCnt="0">
        <dgm:presLayoutVars>
          <dgm:dir/>
          <dgm:resizeHandles val="exact"/>
        </dgm:presLayoutVars>
      </dgm:prSet>
      <dgm:spPr/>
    </dgm:pt>
    <dgm:pt modelId="{145A44CF-2E73-4383-9063-EF3D22EC92B8}" type="pres">
      <dgm:prSet presAssocID="{9FC8252F-4747-454F-A4C2-FAF3AC0F5621}" presName="node" presStyleLbl="node1" presStyleIdx="0" presStyleCnt="2">
        <dgm:presLayoutVars>
          <dgm:bulletEnabled val="1"/>
        </dgm:presLayoutVars>
      </dgm:prSet>
      <dgm:spPr/>
    </dgm:pt>
    <dgm:pt modelId="{D449C9C1-89D2-48A6-B83B-EA4E22212C5B}" type="pres">
      <dgm:prSet presAssocID="{73BC65A3-1FDE-42F2-9B01-A5BCFE014DCF}" presName="sibTrans" presStyleLbl="sibTrans2D1" presStyleIdx="0" presStyleCnt="1"/>
      <dgm:spPr/>
    </dgm:pt>
    <dgm:pt modelId="{03F886D9-2001-4323-8E66-70B6C8BF83D4}" type="pres">
      <dgm:prSet presAssocID="{73BC65A3-1FDE-42F2-9B01-A5BCFE014DCF}" presName="connectorText" presStyleLbl="sibTrans2D1" presStyleIdx="0" presStyleCnt="1"/>
      <dgm:spPr/>
    </dgm:pt>
    <dgm:pt modelId="{49C50B24-17A1-47EA-B433-E35BE6C815D0}" type="pres">
      <dgm:prSet presAssocID="{CC6B3D4E-833F-4FA2-8985-636DB73632C2}" presName="node" presStyleLbl="node1" presStyleIdx="1" presStyleCnt="2">
        <dgm:presLayoutVars>
          <dgm:bulletEnabled val="1"/>
        </dgm:presLayoutVars>
      </dgm:prSet>
      <dgm:spPr/>
    </dgm:pt>
  </dgm:ptLst>
  <dgm:cxnLst>
    <dgm:cxn modelId="{07E29E60-407D-4D6A-B4FF-337EC7721136}" type="presOf" srcId="{73BC65A3-1FDE-42F2-9B01-A5BCFE014DCF}" destId="{03F886D9-2001-4323-8E66-70B6C8BF83D4}" srcOrd="1" destOrd="0" presId="urn:microsoft.com/office/officeart/2005/8/layout/process1"/>
    <dgm:cxn modelId="{A7402944-2750-4B2B-BE0A-BC0A58663EEF}" type="presOf" srcId="{8A68CAD2-EF84-4A33-A266-EADA6B595CCD}" destId="{3A9FE0E2-25FB-45C2-8B99-BED4B2EDFDBD}" srcOrd="0" destOrd="0" presId="urn:microsoft.com/office/officeart/2005/8/layout/process1"/>
    <dgm:cxn modelId="{A518F051-ABCF-483D-90E2-ACFD513C04CD}" type="presOf" srcId="{CC6B3D4E-833F-4FA2-8985-636DB73632C2}" destId="{49C50B24-17A1-47EA-B433-E35BE6C815D0}" srcOrd="0" destOrd="0" presId="urn:microsoft.com/office/officeart/2005/8/layout/process1"/>
    <dgm:cxn modelId="{471DF3A6-1C26-46FE-8AF3-29EB5D871A0E}" type="presOf" srcId="{73BC65A3-1FDE-42F2-9B01-A5BCFE014DCF}" destId="{D449C9C1-89D2-48A6-B83B-EA4E22212C5B}" srcOrd="0" destOrd="0" presId="urn:microsoft.com/office/officeart/2005/8/layout/process1"/>
    <dgm:cxn modelId="{BFB303F4-17E3-4677-B609-8AFB77E6136A}" type="presOf" srcId="{9FC8252F-4747-454F-A4C2-FAF3AC0F5621}" destId="{145A44CF-2E73-4383-9063-EF3D22EC92B8}" srcOrd="0" destOrd="0" presId="urn:microsoft.com/office/officeart/2005/8/layout/process1"/>
    <dgm:cxn modelId="{D1DAF3F6-8192-45A0-B056-B93BA39C0FF1}" srcId="{8A68CAD2-EF84-4A33-A266-EADA6B595CCD}" destId="{9FC8252F-4747-454F-A4C2-FAF3AC0F5621}" srcOrd="0" destOrd="0" parTransId="{2D3DE14F-727D-419D-9BE1-E2D031B20867}" sibTransId="{73BC65A3-1FDE-42F2-9B01-A5BCFE014DCF}"/>
    <dgm:cxn modelId="{282E71FE-1379-4805-A9EE-AAB1FBF41C15}" srcId="{8A68CAD2-EF84-4A33-A266-EADA6B595CCD}" destId="{CC6B3D4E-833F-4FA2-8985-636DB73632C2}" srcOrd="1" destOrd="0" parTransId="{A6AB3B1E-0822-454D-9F70-AAD02401E059}" sibTransId="{D05DE968-3EE4-4FF3-8028-89612BB22FE5}"/>
    <dgm:cxn modelId="{833A85A4-DAF6-4F35-ACD6-ED339C187F8E}" type="presParOf" srcId="{3A9FE0E2-25FB-45C2-8B99-BED4B2EDFDBD}" destId="{145A44CF-2E73-4383-9063-EF3D22EC92B8}" srcOrd="0" destOrd="0" presId="urn:microsoft.com/office/officeart/2005/8/layout/process1"/>
    <dgm:cxn modelId="{C00B2156-3038-4C11-90A2-ACD604437558}" type="presParOf" srcId="{3A9FE0E2-25FB-45C2-8B99-BED4B2EDFDBD}" destId="{D449C9C1-89D2-48A6-B83B-EA4E22212C5B}" srcOrd="1" destOrd="0" presId="urn:microsoft.com/office/officeart/2005/8/layout/process1"/>
    <dgm:cxn modelId="{F28DB9B8-1A3E-4CAD-B2AE-1A61A5F93687}" type="presParOf" srcId="{D449C9C1-89D2-48A6-B83B-EA4E22212C5B}" destId="{03F886D9-2001-4323-8E66-70B6C8BF83D4}" srcOrd="0" destOrd="0" presId="urn:microsoft.com/office/officeart/2005/8/layout/process1"/>
    <dgm:cxn modelId="{64E61CB3-6929-4E78-B1B0-09F2E9D055F3}" type="presParOf" srcId="{3A9FE0E2-25FB-45C2-8B99-BED4B2EDFDBD}" destId="{49C50B24-17A1-47EA-B433-E35BE6C815D0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DDAFFE3-0F5E-45AF-967D-30410B3A6B8B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C730BBB3-9606-4D9B-B2F2-B6F0008BF775}">
      <dgm:prSet phldrT="[Texto]"/>
      <dgm:spPr/>
      <dgm:t>
        <a:bodyPr/>
        <a:lstStyle/>
        <a:p>
          <a:r>
            <a:rPr lang="pt-PT" b="1" dirty="0"/>
            <a:t>Teoria da condução</a:t>
          </a:r>
        </a:p>
      </dgm:t>
    </dgm:pt>
    <dgm:pt modelId="{677E9E69-6025-4F95-A1E4-0CBC87527ADC}" type="parTrans" cxnId="{DBCB852D-58B4-4585-B423-5B740ADCE3A8}">
      <dgm:prSet/>
      <dgm:spPr/>
      <dgm:t>
        <a:bodyPr/>
        <a:lstStyle/>
        <a:p>
          <a:endParaRPr lang="pt-PT"/>
        </a:p>
      </dgm:t>
    </dgm:pt>
    <dgm:pt modelId="{3FA44A1E-06C2-4717-9C36-4079FF7E0896}" type="sibTrans" cxnId="{DBCB852D-58B4-4585-B423-5B740ADCE3A8}">
      <dgm:prSet/>
      <dgm:spPr/>
      <dgm:t>
        <a:bodyPr/>
        <a:lstStyle/>
        <a:p>
          <a:endParaRPr lang="pt-PT"/>
        </a:p>
      </dgm:t>
    </dgm:pt>
    <dgm:pt modelId="{764C64CA-6D91-4C07-B1E4-7DD84522E958}">
      <dgm:prSet phldrT="[Texto]"/>
      <dgm:spPr/>
      <dgm:t>
        <a:bodyPr/>
        <a:lstStyle/>
        <a:p>
          <a:r>
            <a:rPr lang="pt-PT" dirty="0"/>
            <a:t>Método magistral ou expositivo</a:t>
          </a:r>
        </a:p>
      </dgm:t>
    </dgm:pt>
    <dgm:pt modelId="{B926111C-1F46-4D06-AA1F-0FFC8B5ECF9A}" type="parTrans" cxnId="{18785B1B-2CB2-4112-831F-3411030E2D6D}">
      <dgm:prSet/>
      <dgm:spPr/>
      <dgm:t>
        <a:bodyPr/>
        <a:lstStyle/>
        <a:p>
          <a:endParaRPr lang="pt-PT"/>
        </a:p>
      </dgm:t>
    </dgm:pt>
    <dgm:pt modelId="{35DDFFF2-2038-41D7-B1F7-CFC435632E10}" type="sibTrans" cxnId="{18785B1B-2CB2-4112-831F-3411030E2D6D}">
      <dgm:prSet/>
      <dgm:spPr/>
      <dgm:t>
        <a:bodyPr/>
        <a:lstStyle/>
        <a:p>
          <a:endParaRPr lang="pt-PT"/>
        </a:p>
      </dgm:t>
    </dgm:pt>
    <dgm:pt modelId="{03F94E75-FC07-4D37-98AF-84AADBFC4BCE}" type="pres">
      <dgm:prSet presAssocID="{9DDAFFE3-0F5E-45AF-967D-30410B3A6B8B}" presName="Name0" presStyleCnt="0">
        <dgm:presLayoutVars>
          <dgm:dir/>
          <dgm:resizeHandles val="exact"/>
        </dgm:presLayoutVars>
      </dgm:prSet>
      <dgm:spPr/>
    </dgm:pt>
    <dgm:pt modelId="{5EE8E191-7247-446E-ACA2-6FEB8418329D}" type="pres">
      <dgm:prSet presAssocID="{C730BBB3-9606-4D9B-B2F2-B6F0008BF775}" presName="node" presStyleLbl="node1" presStyleIdx="0" presStyleCnt="2" custLinFactNeighborX="607" custLinFactNeighborY="-2025">
        <dgm:presLayoutVars>
          <dgm:bulletEnabled val="1"/>
        </dgm:presLayoutVars>
      </dgm:prSet>
      <dgm:spPr/>
    </dgm:pt>
    <dgm:pt modelId="{C224A8BF-1858-4FDB-B559-EB21661085A4}" type="pres">
      <dgm:prSet presAssocID="{3FA44A1E-06C2-4717-9C36-4079FF7E0896}" presName="sibTrans" presStyleLbl="sibTrans2D1" presStyleIdx="0" presStyleCnt="1"/>
      <dgm:spPr/>
    </dgm:pt>
    <dgm:pt modelId="{624B425E-D732-4E9B-9425-6F7C9ABD53C9}" type="pres">
      <dgm:prSet presAssocID="{3FA44A1E-06C2-4717-9C36-4079FF7E0896}" presName="connectorText" presStyleLbl="sibTrans2D1" presStyleIdx="0" presStyleCnt="1"/>
      <dgm:spPr/>
    </dgm:pt>
    <dgm:pt modelId="{AC74ECB3-7399-49EC-8C5D-387E1AC817B9}" type="pres">
      <dgm:prSet presAssocID="{764C64CA-6D91-4C07-B1E4-7DD84522E958}" presName="node" presStyleLbl="node1" presStyleIdx="1" presStyleCnt="2">
        <dgm:presLayoutVars>
          <dgm:bulletEnabled val="1"/>
        </dgm:presLayoutVars>
      </dgm:prSet>
      <dgm:spPr/>
    </dgm:pt>
  </dgm:ptLst>
  <dgm:cxnLst>
    <dgm:cxn modelId="{7778E400-2EEE-4D04-BBCE-C26B1E8AB073}" type="presOf" srcId="{3FA44A1E-06C2-4717-9C36-4079FF7E0896}" destId="{624B425E-D732-4E9B-9425-6F7C9ABD53C9}" srcOrd="1" destOrd="0" presId="urn:microsoft.com/office/officeart/2005/8/layout/process1"/>
    <dgm:cxn modelId="{A1A15B15-D09F-44AF-AD72-A6051E14682B}" type="presOf" srcId="{9DDAFFE3-0F5E-45AF-967D-30410B3A6B8B}" destId="{03F94E75-FC07-4D37-98AF-84AADBFC4BCE}" srcOrd="0" destOrd="0" presId="urn:microsoft.com/office/officeart/2005/8/layout/process1"/>
    <dgm:cxn modelId="{18785B1B-2CB2-4112-831F-3411030E2D6D}" srcId="{9DDAFFE3-0F5E-45AF-967D-30410B3A6B8B}" destId="{764C64CA-6D91-4C07-B1E4-7DD84522E958}" srcOrd="1" destOrd="0" parTransId="{B926111C-1F46-4D06-AA1F-0FFC8B5ECF9A}" sibTransId="{35DDFFF2-2038-41D7-B1F7-CFC435632E10}"/>
    <dgm:cxn modelId="{DBCB852D-58B4-4585-B423-5B740ADCE3A8}" srcId="{9DDAFFE3-0F5E-45AF-967D-30410B3A6B8B}" destId="{C730BBB3-9606-4D9B-B2F2-B6F0008BF775}" srcOrd="0" destOrd="0" parTransId="{677E9E69-6025-4F95-A1E4-0CBC87527ADC}" sibTransId="{3FA44A1E-06C2-4717-9C36-4079FF7E0896}"/>
    <dgm:cxn modelId="{21B856C5-F016-48E3-B2F4-DD9CFC7139F7}" type="presOf" srcId="{3FA44A1E-06C2-4717-9C36-4079FF7E0896}" destId="{C224A8BF-1858-4FDB-B559-EB21661085A4}" srcOrd="0" destOrd="0" presId="urn:microsoft.com/office/officeart/2005/8/layout/process1"/>
    <dgm:cxn modelId="{6D9D69D5-2450-4BCC-8E81-F3DDB8D2DFCD}" type="presOf" srcId="{764C64CA-6D91-4C07-B1E4-7DD84522E958}" destId="{AC74ECB3-7399-49EC-8C5D-387E1AC817B9}" srcOrd="0" destOrd="0" presId="urn:microsoft.com/office/officeart/2005/8/layout/process1"/>
    <dgm:cxn modelId="{143CD0D6-E230-40E7-A095-72B7A34C0516}" type="presOf" srcId="{C730BBB3-9606-4D9B-B2F2-B6F0008BF775}" destId="{5EE8E191-7247-446E-ACA2-6FEB8418329D}" srcOrd="0" destOrd="0" presId="urn:microsoft.com/office/officeart/2005/8/layout/process1"/>
    <dgm:cxn modelId="{4FF382EA-D307-4C57-A115-033192E67D97}" type="presParOf" srcId="{03F94E75-FC07-4D37-98AF-84AADBFC4BCE}" destId="{5EE8E191-7247-446E-ACA2-6FEB8418329D}" srcOrd="0" destOrd="0" presId="urn:microsoft.com/office/officeart/2005/8/layout/process1"/>
    <dgm:cxn modelId="{F30C7439-9385-4310-BEFF-E22C1318C144}" type="presParOf" srcId="{03F94E75-FC07-4D37-98AF-84AADBFC4BCE}" destId="{C224A8BF-1858-4FDB-B559-EB21661085A4}" srcOrd="1" destOrd="0" presId="urn:microsoft.com/office/officeart/2005/8/layout/process1"/>
    <dgm:cxn modelId="{F7F9C51F-A0C2-442A-BC99-80583888C894}" type="presParOf" srcId="{C224A8BF-1858-4FDB-B559-EB21661085A4}" destId="{624B425E-D732-4E9B-9425-6F7C9ABD53C9}" srcOrd="0" destOrd="0" presId="urn:microsoft.com/office/officeart/2005/8/layout/process1"/>
    <dgm:cxn modelId="{83D85AF2-A63D-49D9-8889-C0528A423FCB}" type="presParOf" srcId="{03F94E75-FC07-4D37-98AF-84AADBFC4BCE}" destId="{AC74ECB3-7399-49EC-8C5D-387E1AC817B9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C3D3183-B736-4ECE-8CD9-072048F7E606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938A3843-38D5-4868-8EB1-CF92559A52D3}">
      <dgm:prSet phldrT="[Texto]" custT="1"/>
      <dgm:spPr/>
      <dgm:t>
        <a:bodyPr/>
        <a:lstStyle/>
        <a:p>
          <a:r>
            <a:rPr lang="pt-PT" sz="4800" b="1" dirty="0"/>
            <a:t>Saber - Saber</a:t>
          </a:r>
        </a:p>
      </dgm:t>
    </dgm:pt>
    <dgm:pt modelId="{28012D8E-8497-4D07-9804-0B56A2D0DAE4}" type="parTrans" cxnId="{79103B22-C428-421C-8EF6-DD140FDFC13E}">
      <dgm:prSet/>
      <dgm:spPr/>
      <dgm:t>
        <a:bodyPr/>
        <a:lstStyle/>
        <a:p>
          <a:endParaRPr lang="pt-PT"/>
        </a:p>
      </dgm:t>
    </dgm:pt>
    <dgm:pt modelId="{A97FF08A-995C-431E-BA1D-541AF4D5DEC6}" type="sibTrans" cxnId="{79103B22-C428-421C-8EF6-DD140FDFC13E}">
      <dgm:prSet/>
      <dgm:spPr/>
      <dgm:t>
        <a:bodyPr/>
        <a:lstStyle/>
        <a:p>
          <a:endParaRPr lang="pt-PT"/>
        </a:p>
      </dgm:t>
    </dgm:pt>
    <dgm:pt modelId="{1AFBBE63-F5EF-44D2-AD22-5CC5FD9885FD}">
      <dgm:prSet phldrT="[Texto]"/>
      <dgm:spPr/>
      <dgm:t>
        <a:bodyPr/>
        <a:lstStyle/>
        <a:p>
          <a:r>
            <a:rPr lang="pt-PT" dirty="0"/>
            <a:t>Objetivos cognitivos</a:t>
          </a:r>
        </a:p>
      </dgm:t>
    </dgm:pt>
    <dgm:pt modelId="{CB71305A-22EC-4AE2-93EB-1676EFE30748}" type="parTrans" cxnId="{4775D5A8-BEAB-4601-96CB-4E718E09D03A}">
      <dgm:prSet/>
      <dgm:spPr/>
      <dgm:t>
        <a:bodyPr/>
        <a:lstStyle/>
        <a:p>
          <a:endParaRPr lang="pt-PT"/>
        </a:p>
      </dgm:t>
    </dgm:pt>
    <dgm:pt modelId="{D8D26DB6-807C-4E7A-9410-119213078C6D}" type="sibTrans" cxnId="{4775D5A8-BEAB-4601-96CB-4E718E09D03A}">
      <dgm:prSet/>
      <dgm:spPr/>
      <dgm:t>
        <a:bodyPr/>
        <a:lstStyle/>
        <a:p>
          <a:endParaRPr lang="pt-PT"/>
        </a:p>
      </dgm:t>
    </dgm:pt>
    <dgm:pt modelId="{8BCDB36C-5800-451F-BB92-9E333EC47DDA}" type="pres">
      <dgm:prSet presAssocID="{AC3D3183-B736-4ECE-8CD9-072048F7E606}" presName="Name0" presStyleCnt="0">
        <dgm:presLayoutVars>
          <dgm:dir/>
          <dgm:resizeHandles val="exact"/>
        </dgm:presLayoutVars>
      </dgm:prSet>
      <dgm:spPr/>
    </dgm:pt>
    <dgm:pt modelId="{5D1CA7DD-FFB2-4806-885D-0EEA85BBD73B}" type="pres">
      <dgm:prSet presAssocID="{938A3843-38D5-4868-8EB1-CF92559A52D3}" presName="node" presStyleLbl="node1" presStyleIdx="0" presStyleCnt="2" custLinFactNeighborX="608" custLinFactNeighborY="-1620">
        <dgm:presLayoutVars>
          <dgm:bulletEnabled val="1"/>
        </dgm:presLayoutVars>
      </dgm:prSet>
      <dgm:spPr/>
    </dgm:pt>
    <dgm:pt modelId="{645C595C-3436-48CC-B4C5-9E0B3D89CE19}" type="pres">
      <dgm:prSet presAssocID="{A97FF08A-995C-431E-BA1D-541AF4D5DEC6}" presName="sibTrans" presStyleLbl="sibTrans2D1" presStyleIdx="0" presStyleCnt="1"/>
      <dgm:spPr/>
    </dgm:pt>
    <dgm:pt modelId="{B835D933-0390-4F8D-94F5-7B7A3B7583B6}" type="pres">
      <dgm:prSet presAssocID="{A97FF08A-995C-431E-BA1D-541AF4D5DEC6}" presName="connectorText" presStyleLbl="sibTrans2D1" presStyleIdx="0" presStyleCnt="1"/>
      <dgm:spPr/>
    </dgm:pt>
    <dgm:pt modelId="{FA3649F7-EC72-45D6-84D4-D7F1F565DA6A}" type="pres">
      <dgm:prSet presAssocID="{1AFBBE63-F5EF-44D2-AD22-5CC5FD9885FD}" presName="node" presStyleLbl="node1" presStyleIdx="1" presStyleCnt="2">
        <dgm:presLayoutVars>
          <dgm:bulletEnabled val="1"/>
        </dgm:presLayoutVars>
      </dgm:prSet>
      <dgm:spPr/>
    </dgm:pt>
  </dgm:ptLst>
  <dgm:cxnLst>
    <dgm:cxn modelId="{658E4C20-0E9E-47AF-81F5-85E9E7E197A2}" type="presOf" srcId="{AC3D3183-B736-4ECE-8CD9-072048F7E606}" destId="{8BCDB36C-5800-451F-BB92-9E333EC47DDA}" srcOrd="0" destOrd="0" presId="urn:microsoft.com/office/officeart/2005/8/layout/process1"/>
    <dgm:cxn modelId="{79103B22-C428-421C-8EF6-DD140FDFC13E}" srcId="{AC3D3183-B736-4ECE-8CD9-072048F7E606}" destId="{938A3843-38D5-4868-8EB1-CF92559A52D3}" srcOrd="0" destOrd="0" parTransId="{28012D8E-8497-4D07-9804-0B56A2D0DAE4}" sibTransId="{A97FF08A-995C-431E-BA1D-541AF4D5DEC6}"/>
    <dgm:cxn modelId="{7224BB41-ABF8-4069-BEF8-20F1F3D50001}" type="presOf" srcId="{A97FF08A-995C-431E-BA1D-541AF4D5DEC6}" destId="{B835D933-0390-4F8D-94F5-7B7A3B7583B6}" srcOrd="1" destOrd="0" presId="urn:microsoft.com/office/officeart/2005/8/layout/process1"/>
    <dgm:cxn modelId="{C9581588-4879-4959-B9F6-4760D63687AB}" type="presOf" srcId="{A97FF08A-995C-431E-BA1D-541AF4D5DEC6}" destId="{645C595C-3436-48CC-B4C5-9E0B3D89CE19}" srcOrd="0" destOrd="0" presId="urn:microsoft.com/office/officeart/2005/8/layout/process1"/>
    <dgm:cxn modelId="{4775D5A8-BEAB-4601-96CB-4E718E09D03A}" srcId="{AC3D3183-B736-4ECE-8CD9-072048F7E606}" destId="{1AFBBE63-F5EF-44D2-AD22-5CC5FD9885FD}" srcOrd="1" destOrd="0" parTransId="{CB71305A-22EC-4AE2-93EB-1676EFE30748}" sibTransId="{D8D26DB6-807C-4E7A-9410-119213078C6D}"/>
    <dgm:cxn modelId="{981E47CF-CEF9-4D1F-9690-25E718E33F7D}" type="presOf" srcId="{938A3843-38D5-4868-8EB1-CF92559A52D3}" destId="{5D1CA7DD-FFB2-4806-885D-0EEA85BBD73B}" srcOrd="0" destOrd="0" presId="urn:microsoft.com/office/officeart/2005/8/layout/process1"/>
    <dgm:cxn modelId="{B3B6A2FE-99F3-4A3C-B150-A592EC53B0D9}" type="presOf" srcId="{1AFBBE63-F5EF-44D2-AD22-5CC5FD9885FD}" destId="{FA3649F7-EC72-45D6-84D4-D7F1F565DA6A}" srcOrd="0" destOrd="0" presId="urn:microsoft.com/office/officeart/2005/8/layout/process1"/>
    <dgm:cxn modelId="{21029D55-D232-4D40-9F9B-C893CE25440E}" type="presParOf" srcId="{8BCDB36C-5800-451F-BB92-9E333EC47DDA}" destId="{5D1CA7DD-FFB2-4806-885D-0EEA85BBD73B}" srcOrd="0" destOrd="0" presId="urn:microsoft.com/office/officeart/2005/8/layout/process1"/>
    <dgm:cxn modelId="{DD7469B0-CB6F-4B4D-B8DD-358F21EE95C8}" type="presParOf" srcId="{8BCDB36C-5800-451F-BB92-9E333EC47DDA}" destId="{645C595C-3436-48CC-B4C5-9E0B3D89CE19}" srcOrd="1" destOrd="0" presId="urn:microsoft.com/office/officeart/2005/8/layout/process1"/>
    <dgm:cxn modelId="{CFD632C1-2B07-4786-975F-6106D7169CF7}" type="presParOf" srcId="{645C595C-3436-48CC-B4C5-9E0B3D89CE19}" destId="{B835D933-0390-4F8D-94F5-7B7A3B7583B6}" srcOrd="0" destOrd="0" presId="urn:microsoft.com/office/officeart/2005/8/layout/process1"/>
    <dgm:cxn modelId="{313DD380-993E-4490-8BAB-BDC5642DCFB7}" type="presParOf" srcId="{8BCDB36C-5800-451F-BB92-9E333EC47DDA}" destId="{FA3649F7-EC72-45D6-84D4-D7F1F565DA6A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BCF3381-E7B3-4D14-B786-161689ED5A16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CADAF500-BDF8-48C4-846D-9F34766AAE33}">
      <dgm:prSet phldrT="[Texto]" custT="1"/>
      <dgm:spPr/>
      <dgm:t>
        <a:bodyPr/>
        <a:lstStyle/>
        <a:p>
          <a:r>
            <a:rPr lang="pt-PT" sz="4800" b="1" dirty="0"/>
            <a:t>Saber - Fazer</a:t>
          </a:r>
        </a:p>
      </dgm:t>
    </dgm:pt>
    <dgm:pt modelId="{DA4D208C-9E20-4672-9969-2348B14401B2}" type="parTrans" cxnId="{182D1BC2-B534-4DCF-B422-528BF4154B10}">
      <dgm:prSet/>
      <dgm:spPr/>
      <dgm:t>
        <a:bodyPr/>
        <a:lstStyle/>
        <a:p>
          <a:endParaRPr lang="pt-PT"/>
        </a:p>
      </dgm:t>
    </dgm:pt>
    <dgm:pt modelId="{854F8D06-2A40-4209-8B93-DDD7A60D3B93}" type="sibTrans" cxnId="{182D1BC2-B534-4DCF-B422-528BF4154B10}">
      <dgm:prSet/>
      <dgm:spPr/>
      <dgm:t>
        <a:bodyPr/>
        <a:lstStyle/>
        <a:p>
          <a:endParaRPr lang="pt-PT"/>
        </a:p>
      </dgm:t>
    </dgm:pt>
    <dgm:pt modelId="{4C7C93DF-F009-4F32-AB66-728D0A8D9793}">
      <dgm:prSet phldrT="[Texto]"/>
      <dgm:spPr/>
      <dgm:t>
        <a:bodyPr/>
        <a:lstStyle/>
        <a:p>
          <a:r>
            <a:rPr lang="pt-PT" dirty="0"/>
            <a:t>Objetivos psicomotores</a:t>
          </a:r>
        </a:p>
      </dgm:t>
    </dgm:pt>
    <dgm:pt modelId="{EDAED4A4-2F14-4F73-A0AD-FE26A2243D82}" type="parTrans" cxnId="{5572E0CD-60AE-49F5-A72B-37274DC1D858}">
      <dgm:prSet/>
      <dgm:spPr/>
      <dgm:t>
        <a:bodyPr/>
        <a:lstStyle/>
        <a:p>
          <a:endParaRPr lang="pt-PT"/>
        </a:p>
      </dgm:t>
    </dgm:pt>
    <dgm:pt modelId="{F070A51D-A4E9-4F7D-B63D-680C868E3130}" type="sibTrans" cxnId="{5572E0CD-60AE-49F5-A72B-37274DC1D858}">
      <dgm:prSet/>
      <dgm:spPr/>
      <dgm:t>
        <a:bodyPr/>
        <a:lstStyle/>
        <a:p>
          <a:endParaRPr lang="pt-PT"/>
        </a:p>
      </dgm:t>
    </dgm:pt>
    <dgm:pt modelId="{CE890C1D-9964-4B01-B68B-641B60755F7B}" type="pres">
      <dgm:prSet presAssocID="{EBCF3381-E7B3-4D14-B786-161689ED5A16}" presName="Name0" presStyleCnt="0">
        <dgm:presLayoutVars>
          <dgm:dir/>
          <dgm:resizeHandles val="exact"/>
        </dgm:presLayoutVars>
      </dgm:prSet>
      <dgm:spPr/>
    </dgm:pt>
    <dgm:pt modelId="{6B034048-F274-40F9-8D8F-B0BB88CAA4EC}" type="pres">
      <dgm:prSet presAssocID="{CADAF500-BDF8-48C4-846D-9F34766AAE33}" presName="node" presStyleLbl="node1" presStyleIdx="0" presStyleCnt="2">
        <dgm:presLayoutVars>
          <dgm:bulletEnabled val="1"/>
        </dgm:presLayoutVars>
      </dgm:prSet>
      <dgm:spPr/>
    </dgm:pt>
    <dgm:pt modelId="{2F48EBD7-5EF7-4252-AD4B-5377DFD7C175}" type="pres">
      <dgm:prSet presAssocID="{854F8D06-2A40-4209-8B93-DDD7A60D3B93}" presName="sibTrans" presStyleLbl="sibTrans2D1" presStyleIdx="0" presStyleCnt="1"/>
      <dgm:spPr/>
    </dgm:pt>
    <dgm:pt modelId="{D02F76C8-DFB1-4C9D-A810-AA0ADF268AF2}" type="pres">
      <dgm:prSet presAssocID="{854F8D06-2A40-4209-8B93-DDD7A60D3B93}" presName="connectorText" presStyleLbl="sibTrans2D1" presStyleIdx="0" presStyleCnt="1"/>
      <dgm:spPr/>
    </dgm:pt>
    <dgm:pt modelId="{E4FA05F7-4ED5-40F3-956B-4514D8462BEF}" type="pres">
      <dgm:prSet presAssocID="{4C7C93DF-F009-4F32-AB66-728D0A8D9793}" presName="node" presStyleLbl="node1" presStyleIdx="1" presStyleCnt="2">
        <dgm:presLayoutVars>
          <dgm:bulletEnabled val="1"/>
        </dgm:presLayoutVars>
      </dgm:prSet>
      <dgm:spPr/>
    </dgm:pt>
  </dgm:ptLst>
  <dgm:cxnLst>
    <dgm:cxn modelId="{B108DC11-F268-44D1-9F31-D8DF62F53A2F}" type="presOf" srcId="{CADAF500-BDF8-48C4-846D-9F34766AAE33}" destId="{6B034048-F274-40F9-8D8F-B0BB88CAA4EC}" srcOrd="0" destOrd="0" presId="urn:microsoft.com/office/officeart/2005/8/layout/process1"/>
    <dgm:cxn modelId="{42B4462B-BC7F-43F6-87FC-EDC150E6F769}" type="presOf" srcId="{854F8D06-2A40-4209-8B93-DDD7A60D3B93}" destId="{D02F76C8-DFB1-4C9D-A810-AA0ADF268AF2}" srcOrd="1" destOrd="0" presId="urn:microsoft.com/office/officeart/2005/8/layout/process1"/>
    <dgm:cxn modelId="{5542CD79-718E-41A3-BA7F-0B8B882CCCAE}" type="presOf" srcId="{EBCF3381-E7B3-4D14-B786-161689ED5A16}" destId="{CE890C1D-9964-4B01-B68B-641B60755F7B}" srcOrd="0" destOrd="0" presId="urn:microsoft.com/office/officeart/2005/8/layout/process1"/>
    <dgm:cxn modelId="{3DD36499-B351-4292-A928-88B1A783848E}" type="presOf" srcId="{854F8D06-2A40-4209-8B93-DDD7A60D3B93}" destId="{2F48EBD7-5EF7-4252-AD4B-5377DFD7C175}" srcOrd="0" destOrd="0" presId="urn:microsoft.com/office/officeart/2005/8/layout/process1"/>
    <dgm:cxn modelId="{182D1BC2-B534-4DCF-B422-528BF4154B10}" srcId="{EBCF3381-E7B3-4D14-B786-161689ED5A16}" destId="{CADAF500-BDF8-48C4-846D-9F34766AAE33}" srcOrd="0" destOrd="0" parTransId="{DA4D208C-9E20-4672-9969-2348B14401B2}" sibTransId="{854F8D06-2A40-4209-8B93-DDD7A60D3B93}"/>
    <dgm:cxn modelId="{5572E0CD-60AE-49F5-A72B-37274DC1D858}" srcId="{EBCF3381-E7B3-4D14-B786-161689ED5A16}" destId="{4C7C93DF-F009-4F32-AB66-728D0A8D9793}" srcOrd="1" destOrd="0" parTransId="{EDAED4A4-2F14-4F73-A0AD-FE26A2243D82}" sibTransId="{F070A51D-A4E9-4F7D-B63D-680C868E3130}"/>
    <dgm:cxn modelId="{240820F8-B886-4251-AC1C-3C991335702D}" type="presOf" srcId="{4C7C93DF-F009-4F32-AB66-728D0A8D9793}" destId="{E4FA05F7-4ED5-40F3-956B-4514D8462BEF}" srcOrd="0" destOrd="0" presId="urn:microsoft.com/office/officeart/2005/8/layout/process1"/>
    <dgm:cxn modelId="{B3631499-F794-4207-AE58-FA7B3A8AB1B4}" type="presParOf" srcId="{CE890C1D-9964-4B01-B68B-641B60755F7B}" destId="{6B034048-F274-40F9-8D8F-B0BB88CAA4EC}" srcOrd="0" destOrd="0" presId="urn:microsoft.com/office/officeart/2005/8/layout/process1"/>
    <dgm:cxn modelId="{ED66610C-3555-4DAD-8B46-6EF67D5808B6}" type="presParOf" srcId="{CE890C1D-9964-4B01-B68B-641B60755F7B}" destId="{2F48EBD7-5EF7-4252-AD4B-5377DFD7C175}" srcOrd="1" destOrd="0" presId="urn:microsoft.com/office/officeart/2005/8/layout/process1"/>
    <dgm:cxn modelId="{0A1BD56B-343A-4D0A-8CC3-D220499D37EF}" type="presParOf" srcId="{2F48EBD7-5EF7-4252-AD4B-5377DFD7C175}" destId="{D02F76C8-DFB1-4C9D-A810-AA0ADF268AF2}" srcOrd="0" destOrd="0" presId="urn:microsoft.com/office/officeart/2005/8/layout/process1"/>
    <dgm:cxn modelId="{3A9D3FBF-1B92-48F7-A896-61E3A2404E1A}" type="presParOf" srcId="{CE890C1D-9964-4B01-B68B-641B60755F7B}" destId="{E4FA05F7-4ED5-40F3-956B-4514D8462BEF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420DEC9-3D55-410D-B580-EDDDE374DE76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CD1E5B6F-5654-41C4-B518-11D40625A921}">
      <dgm:prSet phldrT="[Texto]" custT="1"/>
      <dgm:spPr/>
      <dgm:t>
        <a:bodyPr/>
        <a:lstStyle/>
        <a:p>
          <a:r>
            <a:rPr lang="pt-PT" sz="6000" dirty="0"/>
            <a:t>Saber - Ser</a:t>
          </a:r>
        </a:p>
      </dgm:t>
    </dgm:pt>
    <dgm:pt modelId="{1EB70F84-DC6B-479D-BF61-7C8CB3BB3F12}" type="parTrans" cxnId="{6ED30CFF-59B3-4BDA-AF8B-02819687EFA3}">
      <dgm:prSet/>
      <dgm:spPr/>
      <dgm:t>
        <a:bodyPr/>
        <a:lstStyle/>
        <a:p>
          <a:endParaRPr lang="pt-PT"/>
        </a:p>
      </dgm:t>
    </dgm:pt>
    <dgm:pt modelId="{504E953D-77EE-44FC-860A-4BC26A757CC7}" type="sibTrans" cxnId="{6ED30CFF-59B3-4BDA-AF8B-02819687EFA3}">
      <dgm:prSet/>
      <dgm:spPr/>
      <dgm:t>
        <a:bodyPr/>
        <a:lstStyle/>
        <a:p>
          <a:endParaRPr lang="pt-PT"/>
        </a:p>
      </dgm:t>
    </dgm:pt>
    <dgm:pt modelId="{3CB969ED-5670-490A-B6A9-BAA2D3803A9C}">
      <dgm:prSet phldrT="[Texto]" custT="1"/>
      <dgm:spPr/>
      <dgm:t>
        <a:bodyPr/>
        <a:lstStyle/>
        <a:p>
          <a:r>
            <a:rPr lang="pt-PT" sz="4800" dirty="0"/>
            <a:t>Atitudes/</a:t>
          </a:r>
        </a:p>
        <a:p>
          <a:r>
            <a:rPr lang="pt-PT" sz="4800" dirty="0"/>
            <a:t>componente cívica</a:t>
          </a:r>
        </a:p>
      </dgm:t>
    </dgm:pt>
    <dgm:pt modelId="{5E56F31C-2688-42EE-898E-7C379F053FBA}" type="parTrans" cxnId="{A1796DD1-DFDC-4AD1-8443-4F3172812574}">
      <dgm:prSet/>
      <dgm:spPr/>
      <dgm:t>
        <a:bodyPr/>
        <a:lstStyle/>
        <a:p>
          <a:endParaRPr lang="pt-PT"/>
        </a:p>
      </dgm:t>
    </dgm:pt>
    <dgm:pt modelId="{8FE2D389-9948-492E-8004-6811BB159BCA}" type="sibTrans" cxnId="{A1796DD1-DFDC-4AD1-8443-4F3172812574}">
      <dgm:prSet/>
      <dgm:spPr/>
      <dgm:t>
        <a:bodyPr/>
        <a:lstStyle/>
        <a:p>
          <a:endParaRPr lang="pt-PT"/>
        </a:p>
      </dgm:t>
    </dgm:pt>
    <dgm:pt modelId="{29DB1EFD-27A1-40FC-A6C1-A322DF093F88}" type="pres">
      <dgm:prSet presAssocID="{0420DEC9-3D55-410D-B580-EDDDE374DE76}" presName="Name0" presStyleCnt="0">
        <dgm:presLayoutVars>
          <dgm:dir/>
          <dgm:resizeHandles val="exact"/>
        </dgm:presLayoutVars>
      </dgm:prSet>
      <dgm:spPr/>
    </dgm:pt>
    <dgm:pt modelId="{A6E19F99-01A9-4812-ADE2-546499D52BE4}" type="pres">
      <dgm:prSet presAssocID="{CD1E5B6F-5654-41C4-B518-11D40625A921}" presName="node" presStyleLbl="node1" presStyleIdx="0" presStyleCnt="2">
        <dgm:presLayoutVars>
          <dgm:bulletEnabled val="1"/>
        </dgm:presLayoutVars>
      </dgm:prSet>
      <dgm:spPr/>
    </dgm:pt>
    <dgm:pt modelId="{1E3E5CD7-A9F6-483B-A0CB-6E82D664C02D}" type="pres">
      <dgm:prSet presAssocID="{504E953D-77EE-44FC-860A-4BC26A757CC7}" presName="sibTrans" presStyleLbl="sibTrans2D1" presStyleIdx="0" presStyleCnt="1"/>
      <dgm:spPr/>
    </dgm:pt>
    <dgm:pt modelId="{F6BD98D4-D73E-40AF-812C-4413D2B2FF3F}" type="pres">
      <dgm:prSet presAssocID="{504E953D-77EE-44FC-860A-4BC26A757CC7}" presName="connectorText" presStyleLbl="sibTrans2D1" presStyleIdx="0" presStyleCnt="1"/>
      <dgm:spPr/>
    </dgm:pt>
    <dgm:pt modelId="{41BD51A4-01BF-4360-887A-48387DF0DA08}" type="pres">
      <dgm:prSet presAssocID="{3CB969ED-5670-490A-B6A9-BAA2D3803A9C}" presName="node" presStyleLbl="node1" presStyleIdx="1" presStyleCnt="2">
        <dgm:presLayoutVars>
          <dgm:bulletEnabled val="1"/>
        </dgm:presLayoutVars>
      </dgm:prSet>
      <dgm:spPr/>
    </dgm:pt>
  </dgm:ptLst>
  <dgm:cxnLst>
    <dgm:cxn modelId="{EB3B6D43-68C5-4BE7-ACA4-D100A229BB2B}" type="presOf" srcId="{3CB969ED-5670-490A-B6A9-BAA2D3803A9C}" destId="{41BD51A4-01BF-4360-887A-48387DF0DA08}" srcOrd="0" destOrd="0" presId="urn:microsoft.com/office/officeart/2005/8/layout/process1"/>
    <dgm:cxn modelId="{93088770-FC6B-46F5-AEB9-A886C0E5666C}" type="presOf" srcId="{0420DEC9-3D55-410D-B580-EDDDE374DE76}" destId="{29DB1EFD-27A1-40FC-A6C1-A322DF093F88}" srcOrd="0" destOrd="0" presId="urn:microsoft.com/office/officeart/2005/8/layout/process1"/>
    <dgm:cxn modelId="{35B3F550-CA2B-4E68-BF1D-A4C84286BEE8}" type="presOf" srcId="{CD1E5B6F-5654-41C4-B518-11D40625A921}" destId="{A6E19F99-01A9-4812-ADE2-546499D52BE4}" srcOrd="0" destOrd="0" presId="urn:microsoft.com/office/officeart/2005/8/layout/process1"/>
    <dgm:cxn modelId="{5AF49AB0-DE39-4C83-9D56-65D82F08C55C}" type="presOf" srcId="{504E953D-77EE-44FC-860A-4BC26A757CC7}" destId="{F6BD98D4-D73E-40AF-812C-4413D2B2FF3F}" srcOrd="1" destOrd="0" presId="urn:microsoft.com/office/officeart/2005/8/layout/process1"/>
    <dgm:cxn modelId="{48A1CDCD-68E0-4E32-BEB8-A544F7CEA354}" type="presOf" srcId="{504E953D-77EE-44FC-860A-4BC26A757CC7}" destId="{1E3E5CD7-A9F6-483B-A0CB-6E82D664C02D}" srcOrd="0" destOrd="0" presId="urn:microsoft.com/office/officeart/2005/8/layout/process1"/>
    <dgm:cxn modelId="{A1796DD1-DFDC-4AD1-8443-4F3172812574}" srcId="{0420DEC9-3D55-410D-B580-EDDDE374DE76}" destId="{3CB969ED-5670-490A-B6A9-BAA2D3803A9C}" srcOrd="1" destOrd="0" parTransId="{5E56F31C-2688-42EE-898E-7C379F053FBA}" sibTransId="{8FE2D389-9948-492E-8004-6811BB159BCA}"/>
    <dgm:cxn modelId="{6ED30CFF-59B3-4BDA-AF8B-02819687EFA3}" srcId="{0420DEC9-3D55-410D-B580-EDDDE374DE76}" destId="{CD1E5B6F-5654-41C4-B518-11D40625A921}" srcOrd="0" destOrd="0" parTransId="{1EB70F84-DC6B-479D-BF61-7C8CB3BB3F12}" sibTransId="{504E953D-77EE-44FC-860A-4BC26A757CC7}"/>
    <dgm:cxn modelId="{B8B37B46-F618-4875-9D8D-CA936CB73884}" type="presParOf" srcId="{29DB1EFD-27A1-40FC-A6C1-A322DF093F88}" destId="{A6E19F99-01A9-4812-ADE2-546499D52BE4}" srcOrd="0" destOrd="0" presId="urn:microsoft.com/office/officeart/2005/8/layout/process1"/>
    <dgm:cxn modelId="{831E7A48-32F3-4752-A398-3D7C02CA9EE9}" type="presParOf" srcId="{29DB1EFD-27A1-40FC-A6C1-A322DF093F88}" destId="{1E3E5CD7-A9F6-483B-A0CB-6E82D664C02D}" srcOrd="1" destOrd="0" presId="urn:microsoft.com/office/officeart/2005/8/layout/process1"/>
    <dgm:cxn modelId="{85083FB7-FB6D-4E4C-91CA-4711E7E818BE}" type="presParOf" srcId="{1E3E5CD7-A9F6-483B-A0CB-6E82D664C02D}" destId="{F6BD98D4-D73E-40AF-812C-4413D2B2FF3F}" srcOrd="0" destOrd="0" presId="urn:microsoft.com/office/officeart/2005/8/layout/process1"/>
    <dgm:cxn modelId="{0A58D55A-73C2-4BC2-93B3-74C78A9E3FBE}" type="presParOf" srcId="{29DB1EFD-27A1-40FC-A6C1-A322DF093F88}" destId="{41BD51A4-01BF-4360-887A-48387DF0DA08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9B91DFB-F53C-48B9-B0F4-6600FDE8F8A9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F2825C63-519A-4BF1-A3F7-028809075FA4}">
      <dgm:prSet phldrT="[Texto]" custT="1"/>
      <dgm:spPr/>
      <dgm:t>
        <a:bodyPr/>
        <a:lstStyle/>
        <a:p>
          <a:r>
            <a:rPr lang="pt-PT" sz="4800" dirty="0"/>
            <a:t>Visão estereoscópica</a:t>
          </a:r>
        </a:p>
      </dgm:t>
    </dgm:pt>
    <dgm:pt modelId="{5B698832-E7E1-4450-9764-8C0EFF8243EA}" type="parTrans" cxnId="{7B9DD9CE-62B2-42F2-A3D2-E525E3C78FFD}">
      <dgm:prSet/>
      <dgm:spPr/>
      <dgm:t>
        <a:bodyPr/>
        <a:lstStyle/>
        <a:p>
          <a:endParaRPr lang="pt-PT"/>
        </a:p>
      </dgm:t>
    </dgm:pt>
    <dgm:pt modelId="{C06B21C4-851B-4623-B8D6-5960D2DFBC46}" type="sibTrans" cxnId="{7B9DD9CE-62B2-42F2-A3D2-E525E3C78FFD}">
      <dgm:prSet/>
      <dgm:spPr/>
      <dgm:t>
        <a:bodyPr/>
        <a:lstStyle/>
        <a:p>
          <a:endParaRPr lang="pt-PT"/>
        </a:p>
      </dgm:t>
    </dgm:pt>
    <dgm:pt modelId="{F433C974-DD6C-4B98-8F13-B5A6E2ABC45B}">
      <dgm:prSet phldrT="[Texto]"/>
      <dgm:spPr/>
      <dgm:t>
        <a:bodyPr/>
        <a:lstStyle/>
        <a:p>
          <a:r>
            <a:rPr lang="pt-PT" dirty="0"/>
            <a:t>Ultrapassagem</a:t>
          </a:r>
        </a:p>
      </dgm:t>
    </dgm:pt>
    <dgm:pt modelId="{EB3B0976-16C8-46B3-8D8F-CC18E7052612}" type="parTrans" cxnId="{310DF12B-B4FA-4A86-9C61-8D0B10E55656}">
      <dgm:prSet/>
      <dgm:spPr/>
      <dgm:t>
        <a:bodyPr/>
        <a:lstStyle/>
        <a:p>
          <a:endParaRPr lang="pt-PT"/>
        </a:p>
      </dgm:t>
    </dgm:pt>
    <dgm:pt modelId="{8DAEAF80-1CB7-4DA9-A36B-7E9DEA39E2A9}" type="sibTrans" cxnId="{310DF12B-B4FA-4A86-9C61-8D0B10E55656}">
      <dgm:prSet/>
      <dgm:spPr/>
      <dgm:t>
        <a:bodyPr/>
        <a:lstStyle/>
        <a:p>
          <a:endParaRPr lang="pt-PT"/>
        </a:p>
      </dgm:t>
    </dgm:pt>
    <dgm:pt modelId="{9C297655-863B-4E97-916D-4E85BA574DA5}" type="pres">
      <dgm:prSet presAssocID="{89B91DFB-F53C-48B9-B0F4-6600FDE8F8A9}" presName="Name0" presStyleCnt="0">
        <dgm:presLayoutVars>
          <dgm:dir/>
          <dgm:resizeHandles val="exact"/>
        </dgm:presLayoutVars>
      </dgm:prSet>
      <dgm:spPr/>
    </dgm:pt>
    <dgm:pt modelId="{D0F49B7B-5EAA-4F44-AB30-40ED4D2BA709}" type="pres">
      <dgm:prSet presAssocID="{F2825C63-519A-4BF1-A3F7-028809075FA4}" presName="node" presStyleLbl="node1" presStyleIdx="0" presStyleCnt="2">
        <dgm:presLayoutVars>
          <dgm:bulletEnabled val="1"/>
        </dgm:presLayoutVars>
      </dgm:prSet>
      <dgm:spPr/>
    </dgm:pt>
    <dgm:pt modelId="{CEEA99AC-B307-427D-860D-6EC2244F7D67}" type="pres">
      <dgm:prSet presAssocID="{C06B21C4-851B-4623-B8D6-5960D2DFBC46}" presName="sibTrans" presStyleLbl="sibTrans2D1" presStyleIdx="0" presStyleCnt="1"/>
      <dgm:spPr/>
    </dgm:pt>
    <dgm:pt modelId="{860857FE-00D6-4C43-B3E6-AE217013492E}" type="pres">
      <dgm:prSet presAssocID="{C06B21C4-851B-4623-B8D6-5960D2DFBC46}" presName="connectorText" presStyleLbl="sibTrans2D1" presStyleIdx="0" presStyleCnt="1"/>
      <dgm:spPr/>
    </dgm:pt>
    <dgm:pt modelId="{7B710B6B-09E5-4879-B159-95403FE8A599}" type="pres">
      <dgm:prSet presAssocID="{F433C974-DD6C-4B98-8F13-B5A6E2ABC45B}" presName="node" presStyleLbl="node1" presStyleIdx="1" presStyleCnt="2">
        <dgm:presLayoutVars>
          <dgm:bulletEnabled val="1"/>
        </dgm:presLayoutVars>
      </dgm:prSet>
      <dgm:spPr/>
    </dgm:pt>
  </dgm:ptLst>
  <dgm:cxnLst>
    <dgm:cxn modelId="{D6C18A08-6A84-4DBA-8A94-2E2A06C70148}" type="presOf" srcId="{C06B21C4-851B-4623-B8D6-5960D2DFBC46}" destId="{860857FE-00D6-4C43-B3E6-AE217013492E}" srcOrd="1" destOrd="0" presId="urn:microsoft.com/office/officeart/2005/8/layout/process1"/>
    <dgm:cxn modelId="{569A4B0C-7C45-41D2-88D7-263062942935}" type="presOf" srcId="{F2825C63-519A-4BF1-A3F7-028809075FA4}" destId="{D0F49B7B-5EAA-4F44-AB30-40ED4D2BA709}" srcOrd="0" destOrd="0" presId="urn:microsoft.com/office/officeart/2005/8/layout/process1"/>
    <dgm:cxn modelId="{310DF12B-B4FA-4A86-9C61-8D0B10E55656}" srcId="{89B91DFB-F53C-48B9-B0F4-6600FDE8F8A9}" destId="{F433C974-DD6C-4B98-8F13-B5A6E2ABC45B}" srcOrd="1" destOrd="0" parTransId="{EB3B0976-16C8-46B3-8D8F-CC18E7052612}" sibTransId="{8DAEAF80-1CB7-4DA9-A36B-7E9DEA39E2A9}"/>
    <dgm:cxn modelId="{095FB08A-024C-4C6A-ACDB-844A141CCBFF}" type="presOf" srcId="{C06B21C4-851B-4623-B8D6-5960D2DFBC46}" destId="{CEEA99AC-B307-427D-860D-6EC2244F7D67}" srcOrd="0" destOrd="0" presId="urn:microsoft.com/office/officeart/2005/8/layout/process1"/>
    <dgm:cxn modelId="{8458C7A5-C2FC-446B-8C00-B52EE1D26617}" type="presOf" srcId="{F433C974-DD6C-4B98-8F13-B5A6E2ABC45B}" destId="{7B710B6B-09E5-4879-B159-95403FE8A599}" srcOrd="0" destOrd="0" presId="urn:microsoft.com/office/officeart/2005/8/layout/process1"/>
    <dgm:cxn modelId="{7B9DD9CE-62B2-42F2-A3D2-E525E3C78FFD}" srcId="{89B91DFB-F53C-48B9-B0F4-6600FDE8F8A9}" destId="{F2825C63-519A-4BF1-A3F7-028809075FA4}" srcOrd="0" destOrd="0" parTransId="{5B698832-E7E1-4450-9764-8C0EFF8243EA}" sibTransId="{C06B21C4-851B-4623-B8D6-5960D2DFBC46}"/>
    <dgm:cxn modelId="{C8502DD1-C941-4658-B8D6-E24F41142A34}" type="presOf" srcId="{89B91DFB-F53C-48B9-B0F4-6600FDE8F8A9}" destId="{9C297655-863B-4E97-916D-4E85BA574DA5}" srcOrd="0" destOrd="0" presId="urn:microsoft.com/office/officeart/2005/8/layout/process1"/>
    <dgm:cxn modelId="{62B8E546-1B77-4EAD-906F-D8EB3F16987F}" type="presParOf" srcId="{9C297655-863B-4E97-916D-4E85BA574DA5}" destId="{D0F49B7B-5EAA-4F44-AB30-40ED4D2BA709}" srcOrd="0" destOrd="0" presId="urn:microsoft.com/office/officeart/2005/8/layout/process1"/>
    <dgm:cxn modelId="{E1A04172-259D-44A0-A5AA-AB2056759E16}" type="presParOf" srcId="{9C297655-863B-4E97-916D-4E85BA574DA5}" destId="{CEEA99AC-B307-427D-860D-6EC2244F7D67}" srcOrd="1" destOrd="0" presId="urn:microsoft.com/office/officeart/2005/8/layout/process1"/>
    <dgm:cxn modelId="{7EDAF1CC-A0CF-4E55-8A65-E81E87165D62}" type="presParOf" srcId="{CEEA99AC-B307-427D-860D-6EC2244F7D67}" destId="{860857FE-00D6-4C43-B3E6-AE217013492E}" srcOrd="0" destOrd="0" presId="urn:microsoft.com/office/officeart/2005/8/layout/process1"/>
    <dgm:cxn modelId="{9BF58576-425F-40FD-992B-542DADFE4916}" type="presParOf" srcId="{9C297655-863B-4E97-916D-4E85BA574DA5}" destId="{7B710B6B-09E5-4879-B159-95403FE8A599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67F9F27-1933-4525-95D5-8784860FF98E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3B574C25-4BCA-4141-BC98-3B5EFDC439AA}">
      <dgm:prSet phldrT="[Texto]" custT="1"/>
      <dgm:spPr/>
      <dgm:t>
        <a:bodyPr/>
        <a:lstStyle/>
        <a:p>
          <a:r>
            <a:rPr lang="pt-PT" sz="4800" dirty="0"/>
            <a:t>Visão estereoscópica</a:t>
          </a:r>
        </a:p>
      </dgm:t>
    </dgm:pt>
    <dgm:pt modelId="{189AB60A-4BDE-4E2C-98DC-2C1AF491B093}" type="parTrans" cxnId="{8FCA9DD8-834A-4E1C-85C1-73D858CE91F5}">
      <dgm:prSet/>
      <dgm:spPr/>
      <dgm:t>
        <a:bodyPr/>
        <a:lstStyle/>
        <a:p>
          <a:endParaRPr lang="pt-PT"/>
        </a:p>
      </dgm:t>
    </dgm:pt>
    <dgm:pt modelId="{F062E9B6-E0A9-4261-88AE-C6871B7C3274}" type="sibTrans" cxnId="{8FCA9DD8-834A-4E1C-85C1-73D858CE91F5}">
      <dgm:prSet/>
      <dgm:spPr/>
      <dgm:t>
        <a:bodyPr/>
        <a:lstStyle/>
        <a:p>
          <a:endParaRPr lang="pt-PT"/>
        </a:p>
      </dgm:t>
    </dgm:pt>
    <dgm:pt modelId="{71048CF1-C72B-4424-A256-30B17F41C048}">
      <dgm:prSet phldrT="[Texto]"/>
      <dgm:spPr/>
      <dgm:t>
        <a:bodyPr/>
        <a:lstStyle/>
        <a:p>
          <a:r>
            <a:rPr lang="pt-PT" dirty="0"/>
            <a:t>Três dimensões: velocidade, espaço, tempo</a:t>
          </a:r>
        </a:p>
      </dgm:t>
    </dgm:pt>
    <dgm:pt modelId="{C01ED1B4-1018-4122-908F-804A7E0868FE}" type="parTrans" cxnId="{109FDC87-4820-47A0-8597-153BC032910A}">
      <dgm:prSet/>
      <dgm:spPr/>
      <dgm:t>
        <a:bodyPr/>
        <a:lstStyle/>
        <a:p>
          <a:endParaRPr lang="pt-PT"/>
        </a:p>
      </dgm:t>
    </dgm:pt>
    <dgm:pt modelId="{5426BCDC-2962-45ED-93F6-199736F8CF0F}" type="sibTrans" cxnId="{109FDC87-4820-47A0-8597-153BC032910A}">
      <dgm:prSet/>
      <dgm:spPr/>
      <dgm:t>
        <a:bodyPr/>
        <a:lstStyle/>
        <a:p>
          <a:endParaRPr lang="pt-PT"/>
        </a:p>
      </dgm:t>
    </dgm:pt>
    <dgm:pt modelId="{16476DFF-9005-4D20-A9EF-368FD189E202}" type="pres">
      <dgm:prSet presAssocID="{A67F9F27-1933-4525-95D5-8784860FF98E}" presName="Name0" presStyleCnt="0">
        <dgm:presLayoutVars>
          <dgm:dir/>
          <dgm:resizeHandles val="exact"/>
        </dgm:presLayoutVars>
      </dgm:prSet>
      <dgm:spPr/>
    </dgm:pt>
    <dgm:pt modelId="{45C1953F-B775-477B-AA89-DF5FBB116E38}" type="pres">
      <dgm:prSet presAssocID="{3B574C25-4BCA-4141-BC98-3B5EFDC439AA}" presName="node" presStyleLbl="node1" presStyleIdx="0" presStyleCnt="2">
        <dgm:presLayoutVars>
          <dgm:bulletEnabled val="1"/>
        </dgm:presLayoutVars>
      </dgm:prSet>
      <dgm:spPr/>
    </dgm:pt>
    <dgm:pt modelId="{FB211239-7D1E-4A6F-B977-0909DF8837AC}" type="pres">
      <dgm:prSet presAssocID="{F062E9B6-E0A9-4261-88AE-C6871B7C3274}" presName="sibTrans" presStyleLbl="sibTrans2D1" presStyleIdx="0" presStyleCnt="1"/>
      <dgm:spPr/>
    </dgm:pt>
    <dgm:pt modelId="{55954284-7612-4EE7-AA05-D5E77A8F305F}" type="pres">
      <dgm:prSet presAssocID="{F062E9B6-E0A9-4261-88AE-C6871B7C3274}" presName="connectorText" presStyleLbl="sibTrans2D1" presStyleIdx="0" presStyleCnt="1"/>
      <dgm:spPr/>
    </dgm:pt>
    <dgm:pt modelId="{4102814E-491D-438E-8F8E-CF4CDCC63B90}" type="pres">
      <dgm:prSet presAssocID="{71048CF1-C72B-4424-A256-30B17F41C048}" presName="node" presStyleLbl="node1" presStyleIdx="1" presStyleCnt="2">
        <dgm:presLayoutVars>
          <dgm:bulletEnabled val="1"/>
        </dgm:presLayoutVars>
      </dgm:prSet>
      <dgm:spPr/>
    </dgm:pt>
  </dgm:ptLst>
  <dgm:cxnLst>
    <dgm:cxn modelId="{3E663B2D-4646-4B03-9134-02B063D4C924}" type="presOf" srcId="{71048CF1-C72B-4424-A256-30B17F41C048}" destId="{4102814E-491D-438E-8F8E-CF4CDCC63B90}" srcOrd="0" destOrd="0" presId="urn:microsoft.com/office/officeart/2005/8/layout/process1"/>
    <dgm:cxn modelId="{30142670-D636-44FF-93FA-ADA26BA86237}" type="presOf" srcId="{F062E9B6-E0A9-4261-88AE-C6871B7C3274}" destId="{FB211239-7D1E-4A6F-B977-0909DF8837AC}" srcOrd="0" destOrd="0" presId="urn:microsoft.com/office/officeart/2005/8/layout/process1"/>
    <dgm:cxn modelId="{109FDC87-4820-47A0-8597-153BC032910A}" srcId="{A67F9F27-1933-4525-95D5-8784860FF98E}" destId="{71048CF1-C72B-4424-A256-30B17F41C048}" srcOrd="1" destOrd="0" parTransId="{C01ED1B4-1018-4122-908F-804A7E0868FE}" sibTransId="{5426BCDC-2962-45ED-93F6-199736F8CF0F}"/>
    <dgm:cxn modelId="{08535497-1E91-4851-9B55-02EE3EDABF64}" type="presOf" srcId="{3B574C25-4BCA-4141-BC98-3B5EFDC439AA}" destId="{45C1953F-B775-477B-AA89-DF5FBB116E38}" srcOrd="0" destOrd="0" presId="urn:microsoft.com/office/officeart/2005/8/layout/process1"/>
    <dgm:cxn modelId="{A4BC34A3-19C8-49E9-B509-049ABAE5A311}" type="presOf" srcId="{F062E9B6-E0A9-4261-88AE-C6871B7C3274}" destId="{55954284-7612-4EE7-AA05-D5E77A8F305F}" srcOrd="1" destOrd="0" presId="urn:microsoft.com/office/officeart/2005/8/layout/process1"/>
    <dgm:cxn modelId="{F4162ED0-B414-40E3-B36E-557BECAAF834}" type="presOf" srcId="{A67F9F27-1933-4525-95D5-8784860FF98E}" destId="{16476DFF-9005-4D20-A9EF-368FD189E202}" srcOrd="0" destOrd="0" presId="urn:microsoft.com/office/officeart/2005/8/layout/process1"/>
    <dgm:cxn modelId="{8FCA9DD8-834A-4E1C-85C1-73D858CE91F5}" srcId="{A67F9F27-1933-4525-95D5-8784860FF98E}" destId="{3B574C25-4BCA-4141-BC98-3B5EFDC439AA}" srcOrd="0" destOrd="0" parTransId="{189AB60A-4BDE-4E2C-98DC-2C1AF491B093}" sibTransId="{F062E9B6-E0A9-4261-88AE-C6871B7C3274}"/>
    <dgm:cxn modelId="{BB8C380C-4483-4283-BE4A-0B7E36E30AC7}" type="presParOf" srcId="{16476DFF-9005-4D20-A9EF-368FD189E202}" destId="{45C1953F-B775-477B-AA89-DF5FBB116E38}" srcOrd="0" destOrd="0" presId="urn:microsoft.com/office/officeart/2005/8/layout/process1"/>
    <dgm:cxn modelId="{F6626E61-F44C-4440-851D-E240631FA938}" type="presParOf" srcId="{16476DFF-9005-4D20-A9EF-368FD189E202}" destId="{FB211239-7D1E-4A6F-B977-0909DF8837AC}" srcOrd="1" destOrd="0" presId="urn:microsoft.com/office/officeart/2005/8/layout/process1"/>
    <dgm:cxn modelId="{4A078465-309E-4A89-8522-7C229603339A}" type="presParOf" srcId="{FB211239-7D1E-4A6F-B977-0909DF8837AC}" destId="{55954284-7612-4EE7-AA05-D5E77A8F305F}" srcOrd="0" destOrd="0" presId="urn:microsoft.com/office/officeart/2005/8/layout/process1"/>
    <dgm:cxn modelId="{7062C28C-F567-4239-AE27-38A512D3D0BE}" type="presParOf" srcId="{16476DFF-9005-4D20-A9EF-368FD189E202}" destId="{4102814E-491D-438E-8F8E-CF4CDCC63B90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4F4AFFE-9D04-4C58-8CF0-F6A33304651B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732C67D4-E3BF-4879-B97D-AFA3FCB1CA5F}">
      <dgm:prSet phldrT="[Texto]"/>
      <dgm:spPr/>
      <dgm:t>
        <a:bodyPr/>
        <a:lstStyle/>
        <a:p>
          <a:r>
            <a:rPr lang="pt-PT" dirty="0"/>
            <a:t>Avaliação Formativa</a:t>
          </a:r>
        </a:p>
      </dgm:t>
    </dgm:pt>
    <dgm:pt modelId="{90D48CA6-9EC4-4F1B-83FA-0114C4021493}" type="parTrans" cxnId="{EB6BCEED-6759-4F33-9513-A66FDE37B856}">
      <dgm:prSet/>
      <dgm:spPr/>
      <dgm:t>
        <a:bodyPr/>
        <a:lstStyle/>
        <a:p>
          <a:endParaRPr lang="pt-PT"/>
        </a:p>
      </dgm:t>
    </dgm:pt>
    <dgm:pt modelId="{0A5C5C9E-CABF-467A-B385-561889B7788A}" type="sibTrans" cxnId="{EB6BCEED-6759-4F33-9513-A66FDE37B856}">
      <dgm:prSet/>
      <dgm:spPr/>
      <dgm:t>
        <a:bodyPr/>
        <a:lstStyle/>
        <a:p>
          <a:endParaRPr lang="pt-PT"/>
        </a:p>
      </dgm:t>
    </dgm:pt>
    <dgm:pt modelId="{7BD547E0-815F-4BE5-AAB6-CE5957D34C33}">
      <dgm:prSet phldrT="[Texto]"/>
      <dgm:spPr/>
      <dgm:t>
        <a:bodyPr/>
        <a:lstStyle/>
        <a:p>
          <a:r>
            <a:rPr lang="pt-PT" dirty="0"/>
            <a:t>Durante a Formação</a:t>
          </a:r>
        </a:p>
      </dgm:t>
    </dgm:pt>
    <dgm:pt modelId="{E5407E5A-C4E6-4D1A-ADBA-2FC3AB6FFD2C}" type="parTrans" cxnId="{A1F4BBAA-5219-450E-BAE1-49A82100D219}">
      <dgm:prSet/>
      <dgm:spPr/>
      <dgm:t>
        <a:bodyPr/>
        <a:lstStyle/>
        <a:p>
          <a:endParaRPr lang="pt-PT"/>
        </a:p>
      </dgm:t>
    </dgm:pt>
    <dgm:pt modelId="{23416723-CABF-49A2-9E22-3E7D23C102B6}" type="sibTrans" cxnId="{A1F4BBAA-5219-450E-BAE1-49A82100D219}">
      <dgm:prSet/>
      <dgm:spPr/>
      <dgm:t>
        <a:bodyPr/>
        <a:lstStyle/>
        <a:p>
          <a:endParaRPr lang="pt-PT"/>
        </a:p>
      </dgm:t>
    </dgm:pt>
    <dgm:pt modelId="{3B87BA8C-88F5-49A1-8055-A205FA189780}" type="pres">
      <dgm:prSet presAssocID="{54F4AFFE-9D04-4C58-8CF0-F6A33304651B}" presName="Name0" presStyleCnt="0">
        <dgm:presLayoutVars>
          <dgm:dir/>
          <dgm:resizeHandles val="exact"/>
        </dgm:presLayoutVars>
      </dgm:prSet>
      <dgm:spPr/>
    </dgm:pt>
    <dgm:pt modelId="{4E8299C1-CD2F-46A4-A9D3-FD7EB8C2AEAF}" type="pres">
      <dgm:prSet presAssocID="{732C67D4-E3BF-4879-B97D-AFA3FCB1CA5F}" presName="node" presStyleLbl="node1" presStyleIdx="0" presStyleCnt="2">
        <dgm:presLayoutVars>
          <dgm:bulletEnabled val="1"/>
        </dgm:presLayoutVars>
      </dgm:prSet>
      <dgm:spPr/>
    </dgm:pt>
    <dgm:pt modelId="{C1C841B0-13EF-4DBE-8477-E646166177EC}" type="pres">
      <dgm:prSet presAssocID="{0A5C5C9E-CABF-467A-B385-561889B7788A}" presName="sibTrans" presStyleLbl="sibTrans2D1" presStyleIdx="0" presStyleCnt="1"/>
      <dgm:spPr/>
    </dgm:pt>
    <dgm:pt modelId="{33AC9322-F560-4402-916F-A96DBC69192E}" type="pres">
      <dgm:prSet presAssocID="{0A5C5C9E-CABF-467A-B385-561889B7788A}" presName="connectorText" presStyleLbl="sibTrans2D1" presStyleIdx="0" presStyleCnt="1"/>
      <dgm:spPr/>
    </dgm:pt>
    <dgm:pt modelId="{C4E2DB5A-2AC6-45EE-B40D-401D4458A78B}" type="pres">
      <dgm:prSet presAssocID="{7BD547E0-815F-4BE5-AAB6-CE5957D34C33}" presName="node" presStyleLbl="node1" presStyleIdx="1" presStyleCnt="2">
        <dgm:presLayoutVars>
          <dgm:bulletEnabled val="1"/>
        </dgm:presLayoutVars>
      </dgm:prSet>
      <dgm:spPr/>
    </dgm:pt>
  </dgm:ptLst>
  <dgm:cxnLst>
    <dgm:cxn modelId="{C2ABBF25-423E-49EB-9D69-98CA917C42D2}" type="presOf" srcId="{732C67D4-E3BF-4879-B97D-AFA3FCB1CA5F}" destId="{4E8299C1-CD2F-46A4-A9D3-FD7EB8C2AEAF}" srcOrd="0" destOrd="0" presId="urn:microsoft.com/office/officeart/2005/8/layout/process1"/>
    <dgm:cxn modelId="{B1CE8870-3F02-407E-8A3E-15DF957AF553}" type="presOf" srcId="{7BD547E0-815F-4BE5-AAB6-CE5957D34C33}" destId="{C4E2DB5A-2AC6-45EE-B40D-401D4458A78B}" srcOrd="0" destOrd="0" presId="urn:microsoft.com/office/officeart/2005/8/layout/process1"/>
    <dgm:cxn modelId="{A1F4BBAA-5219-450E-BAE1-49A82100D219}" srcId="{54F4AFFE-9D04-4C58-8CF0-F6A33304651B}" destId="{7BD547E0-815F-4BE5-AAB6-CE5957D34C33}" srcOrd="1" destOrd="0" parTransId="{E5407E5A-C4E6-4D1A-ADBA-2FC3AB6FFD2C}" sibTransId="{23416723-CABF-49A2-9E22-3E7D23C102B6}"/>
    <dgm:cxn modelId="{5B39D0BA-69A7-4E5B-9A3C-C1AF6C3AAD15}" type="presOf" srcId="{54F4AFFE-9D04-4C58-8CF0-F6A33304651B}" destId="{3B87BA8C-88F5-49A1-8055-A205FA189780}" srcOrd="0" destOrd="0" presId="urn:microsoft.com/office/officeart/2005/8/layout/process1"/>
    <dgm:cxn modelId="{E4DDBFD9-AB18-4871-B048-37E1EB75093A}" type="presOf" srcId="{0A5C5C9E-CABF-467A-B385-561889B7788A}" destId="{33AC9322-F560-4402-916F-A96DBC69192E}" srcOrd="1" destOrd="0" presId="urn:microsoft.com/office/officeart/2005/8/layout/process1"/>
    <dgm:cxn modelId="{EB6BCEED-6759-4F33-9513-A66FDE37B856}" srcId="{54F4AFFE-9D04-4C58-8CF0-F6A33304651B}" destId="{732C67D4-E3BF-4879-B97D-AFA3FCB1CA5F}" srcOrd="0" destOrd="0" parTransId="{90D48CA6-9EC4-4F1B-83FA-0114C4021493}" sibTransId="{0A5C5C9E-CABF-467A-B385-561889B7788A}"/>
    <dgm:cxn modelId="{3D8EDBFD-25D6-49F1-B6D0-182FB6539DD7}" type="presOf" srcId="{0A5C5C9E-CABF-467A-B385-561889B7788A}" destId="{C1C841B0-13EF-4DBE-8477-E646166177EC}" srcOrd="0" destOrd="0" presId="urn:microsoft.com/office/officeart/2005/8/layout/process1"/>
    <dgm:cxn modelId="{60A63995-C1C7-4AEC-9FDD-BE3442E67B6A}" type="presParOf" srcId="{3B87BA8C-88F5-49A1-8055-A205FA189780}" destId="{4E8299C1-CD2F-46A4-A9D3-FD7EB8C2AEAF}" srcOrd="0" destOrd="0" presId="urn:microsoft.com/office/officeart/2005/8/layout/process1"/>
    <dgm:cxn modelId="{11B7B24E-5864-45F6-8230-84FA7566B14B}" type="presParOf" srcId="{3B87BA8C-88F5-49A1-8055-A205FA189780}" destId="{C1C841B0-13EF-4DBE-8477-E646166177EC}" srcOrd="1" destOrd="0" presId="urn:microsoft.com/office/officeart/2005/8/layout/process1"/>
    <dgm:cxn modelId="{9B43AC74-6D21-457E-85B9-0D6C8D536888}" type="presParOf" srcId="{C1C841B0-13EF-4DBE-8477-E646166177EC}" destId="{33AC9322-F560-4402-916F-A96DBC69192E}" srcOrd="0" destOrd="0" presId="urn:microsoft.com/office/officeart/2005/8/layout/process1"/>
    <dgm:cxn modelId="{E6CF1842-A78C-4181-9816-EABF24BFF588}" type="presParOf" srcId="{3B87BA8C-88F5-49A1-8055-A205FA189780}" destId="{C4E2DB5A-2AC6-45EE-B40D-401D4458A78B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5EFF667-9FAE-4C78-9248-F8FBFC57F042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642F0192-D4C0-4C5A-B450-494C677D4BF4}">
      <dgm:prSet phldrT="[Texto]" custT="1"/>
      <dgm:spPr/>
      <dgm:t>
        <a:bodyPr/>
        <a:lstStyle/>
        <a:p>
          <a:r>
            <a:rPr lang="pt-PT" sz="5400" dirty="0"/>
            <a:t>Avaliação formativa</a:t>
          </a:r>
        </a:p>
      </dgm:t>
    </dgm:pt>
    <dgm:pt modelId="{A3A5CA3F-6671-4AA5-AD89-6CA6899AF8A3}" type="parTrans" cxnId="{2548E2A3-C4D7-459E-B1F5-7BD79336730D}">
      <dgm:prSet/>
      <dgm:spPr/>
      <dgm:t>
        <a:bodyPr/>
        <a:lstStyle/>
        <a:p>
          <a:endParaRPr lang="pt-PT"/>
        </a:p>
      </dgm:t>
    </dgm:pt>
    <dgm:pt modelId="{0413A9CB-CC79-45AC-B3E2-D959759353A9}" type="sibTrans" cxnId="{2548E2A3-C4D7-459E-B1F5-7BD79336730D}">
      <dgm:prSet/>
      <dgm:spPr/>
      <dgm:t>
        <a:bodyPr/>
        <a:lstStyle/>
        <a:p>
          <a:endParaRPr lang="pt-PT"/>
        </a:p>
      </dgm:t>
    </dgm:pt>
    <dgm:pt modelId="{38C063BC-CCE1-4FA0-AD27-041E2231DFE3}">
      <dgm:prSet phldrT="[Texto]"/>
      <dgm:spPr/>
      <dgm:t>
        <a:bodyPr/>
        <a:lstStyle/>
        <a:p>
          <a:r>
            <a:rPr lang="pt-PT" dirty="0"/>
            <a:t>Homogeneização dos formandos</a:t>
          </a:r>
        </a:p>
      </dgm:t>
    </dgm:pt>
    <dgm:pt modelId="{821F9B75-BF5E-47CF-A4C3-A4F9D6D04DDF}" type="parTrans" cxnId="{34EC1C80-FBA2-4172-8B9E-B894B0D2F2DC}">
      <dgm:prSet/>
      <dgm:spPr/>
      <dgm:t>
        <a:bodyPr/>
        <a:lstStyle/>
        <a:p>
          <a:endParaRPr lang="pt-PT"/>
        </a:p>
      </dgm:t>
    </dgm:pt>
    <dgm:pt modelId="{4B3DADCB-536C-4837-9CE7-084DC6A09E4F}" type="sibTrans" cxnId="{34EC1C80-FBA2-4172-8B9E-B894B0D2F2DC}">
      <dgm:prSet/>
      <dgm:spPr/>
      <dgm:t>
        <a:bodyPr/>
        <a:lstStyle/>
        <a:p>
          <a:endParaRPr lang="pt-PT"/>
        </a:p>
      </dgm:t>
    </dgm:pt>
    <dgm:pt modelId="{A0B52E34-C67A-4805-A088-7442D1775E7C}" type="pres">
      <dgm:prSet presAssocID="{25EFF667-9FAE-4C78-9248-F8FBFC57F042}" presName="Name0" presStyleCnt="0">
        <dgm:presLayoutVars>
          <dgm:dir/>
          <dgm:resizeHandles val="exact"/>
        </dgm:presLayoutVars>
      </dgm:prSet>
      <dgm:spPr/>
    </dgm:pt>
    <dgm:pt modelId="{638ADC9B-5535-407C-9BE3-7B3E0CC64CA2}" type="pres">
      <dgm:prSet presAssocID="{642F0192-D4C0-4C5A-B450-494C677D4BF4}" presName="node" presStyleLbl="node1" presStyleIdx="0" presStyleCnt="2" custLinFactNeighborX="608" custLinFactNeighborY="-1216">
        <dgm:presLayoutVars>
          <dgm:bulletEnabled val="1"/>
        </dgm:presLayoutVars>
      </dgm:prSet>
      <dgm:spPr/>
    </dgm:pt>
    <dgm:pt modelId="{6C4063BC-30B0-4E07-BE3F-B01835F1B631}" type="pres">
      <dgm:prSet presAssocID="{0413A9CB-CC79-45AC-B3E2-D959759353A9}" presName="sibTrans" presStyleLbl="sibTrans2D1" presStyleIdx="0" presStyleCnt="1"/>
      <dgm:spPr/>
    </dgm:pt>
    <dgm:pt modelId="{29EDCD0F-D120-4EF6-BFCA-4A410EFAA0C3}" type="pres">
      <dgm:prSet presAssocID="{0413A9CB-CC79-45AC-B3E2-D959759353A9}" presName="connectorText" presStyleLbl="sibTrans2D1" presStyleIdx="0" presStyleCnt="1"/>
      <dgm:spPr/>
    </dgm:pt>
    <dgm:pt modelId="{F8C6DD0D-B2AC-46D4-975E-B407FFD86E18}" type="pres">
      <dgm:prSet presAssocID="{38C063BC-CCE1-4FA0-AD27-041E2231DFE3}" presName="node" presStyleLbl="node1" presStyleIdx="1" presStyleCnt="2">
        <dgm:presLayoutVars>
          <dgm:bulletEnabled val="1"/>
        </dgm:presLayoutVars>
      </dgm:prSet>
      <dgm:spPr/>
    </dgm:pt>
  </dgm:ptLst>
  <dgm:cxnLst>
    <dgm:cxn modelId="{F3610602-FCAC-4E28-833B-747D6A1714E7}" type="presOf" srcId="{0413A9CB-CC79-45AC-B3E2-D959759353A9}" destId="{29EDCD0F-D120-4EF6-BFCA-4A410EFAA0C3}" srcOrd="1" destOrd="0" presId="urn:microsoft.com/office/officeart/2005/8/layout/process1"/>
    <dgm:cxn modelId="{ECE34709-FE3E-4EAE-9568-26B92971327A}" type="presOf" srcId="{642F0192-D4C0-4C5A-B450-494C677D4BF4}" destId="{638ADC9B-5535-407C-9BE3-7B3E0CC64CA2}" srcOrd="0" destOrd="0" presId="urn:microsoft.com/office/officeart/2005/8/layout/process1"/>
    <dgm:cxn modelId="{58D0F45D-CDBF-4DF3-8A2E-05B92803B98B}" type="presOf" srcId="{0413A9CB-CC79-45AC-B3E2-D959759353A9}" destId="{6C4063BC-30B0-4E07-BE3F-B01835F1B631}" srcOrd="0" destOrd="0" presId="urn:microsoft.com/office/officeart/2005/8/layout/process1"/>
    <dgm:cxn modelId="{84D99A45-1E9B-45A7-BD89-C609370DA38E}" type="presOf" srcId="{25EFF667-9FAE-4C78-9248-F8FBFC57F042}" destId="{A0B52E34-C67A-4805-A088-7442D1775E7C}" srcOrd="0" destOrd="0" presId="urn:microsoft.com/office/officeart/2005/8/layout/process1"/>
    <dgm:cxn modelId="{34EC1C80-FBA2-4172-8B9E-B894B0D2F2DC}" srcId="{25EFF667-9FAE-4C78-9248-F8FBFC57F042}" destId="{38C063BC-CCE1-4FA0-AD27-041E2231DFE3}" srcOrd="1" destOrd="0" parTransId="{821F9B75-BF5E-47CF-A4C3-A4F9D6D04DDF}" sibTransId="{4B3DADCB-536C-4837-9CE7-084DC6A09E4F}"/>
    <dgm:cxn modelId="{2548E2A3-C4D7-459E-B1F5-7BD79336730D}" srcId="{25EFF667-9FAE-4C78-9248-F8FBFC57F042}" destId="{642F0192-D4C0-4C5A-B450-494C677D4BF4}" srcOrd="0" destOrd="0" parTransId="{A3A5CA3F-6671-4AA5-AD89-6CA6899AF8A3}" sibTransId="{0413A9CB-CC79-45AC-B3E2-D959759353A9}"/>
    <dgm:cxn modelId="{AE848EF5-AEA5-4A09-B1EE-2AAB04D31EE3}" type="presOf" srcId="{38C063BC-CCE1-4FA0-AD27-041E2231DFE3}" destId="{F8C6DD0D-B2AC-46D4-975E-B407FFD86E18}" srcOrd="0" destOrd="0" presId="urn:microsoft.com/office/officeart/2005/8/layout/process1"/>
    <dgm:cxn modelId="{8BFC40F7-52CE-49CF-9DFA-C87EACDFD429}" type="presParOf" srcId="{A0B52E34-C67A-4805-A088-7442D1775E7C}" destId="{638ADC9B-5535-407C-9BE3-7B3E0CC64CA2}" srcOrd="0" destOrd="0" presId="urn:microsoft.com/office/officeart/2005/8/layout/process1"/>
    <dgm:cxn modelId="{6A8208E4-8A2B-4BDB-95FB-9E4A83352722}" type="presParOf" srcId="{A0B52E34-C67A-4805-A088-7442D1775E7C}" destId="{6C4063BC-30B0-4E07-BE3F-B01835F1B631}" srcOrd="1" destOrd="0" presId="urn:microsoft.com/office/officeart/2005/8/layout/process1"/>
    <dgm:cxn modelId="{99208E82-ED9C-4957-874E-46D455EDD57B}" type="presParOf" srcId="{6C4063BC-30B0-4E07-BE3F-B01835F1B631}" destId="{29EDCD0F-D120-4EF6-BFCA-4A410EFAA0C3}" srcOrd="0" destOrd="0" presId="urn:microsoft.com/office/officeart/2005/8/layout/process1"/>
    <dgm:cxn modelId="{EDD08228-90D1-4995-8ED3-CCD306360731}" type="presParOf" srcId="{A0B52E34-C67A-4805-A088-7442D1775E7C}" destId="{F8C6DD0D-B2AC-46D4-975E-B407FFD86E18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C7361B0-E4EA-4930-BAAA-780E96BB7712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B14D7841-6A40-4D17-BDB2-2231305AA1AA}">
      <dgm:prSet phldrT="[Texto]" custT="1"/>
      <dgm:spPr/>
      <dgm:t>
        <a:bodyPr/>
        <a:lstStyle/>
        <a:p>
          <a:r>
            <a:rPr lang="pt-PT" sz="5400" dirty="0"/>
            <a:t>Avaliação Formativa</a:t>
          </a:r>
        </a:p>
      </dgm:t>
    </dgm:pt>
    <dgm:pt modelId="{B1DD2EEC-4E8C-414B-9EB5-4965F760F6AE}" type="parTrans" cxnId="{4A6CD787-6B60-4228-AB13-5F622EE0DA7D}">
      <dgm:prSet/>
      <dgm:spPr/>
      <dgm:t>
        <a:bodyPr/>
        <a:lstStyle/>
        <a:p>
          <a:endParaRPr lang="pt-PT"/>
        </a:p>
      </dgm:t>
    </dgm:pt>
    <dgm:pt modelId="{30921F4F-18DC-4DB5-A656-0AF1D19B1942}" type="sibTrans" cxnId="{4A6CD787-6B60-4228-AB13-5F622EE0DA7D}">
      <dgm:prSet/>
      <dgm:spPr/>
      <dgm:t>
        <a:bodyPr/>
        <a:lstStyle/>
        <a:p>
          <a:endParaRPr lang="pt-PT"/>
        </a:p>
      </dgm:t>
    </dgm:pt>
    <dgm:pt modelId="{23650D3C-C58B-478B-BAC5-641910DF6CA6}">
      <dgm:prSet phldrT="[Texto]"/>
      <dgm:spPr/>
      <dgm:t>
        <a:bodyPr/>
        <a:lstStyle/>
        <a:p>
          <a:r>
            <a:rPr lang="pt-PT" dirty="0"/>
            <a:t>Heterogeneidade dos formandos</a:t>
          </a:r>
        </a:p>
      </dgm:t>
    </dgm:pt>
    <dgm:pt modelId="{BAA52BC8-F833-4BC0-83D8-C55D5638D777}" type="parTrans" cxnId="{747CDFC2-7BC8-497B-BE5E-A094318001DB}">
      <dgm:prSet/>
      <dgm:spPr/>
      <dgm:t>
        <a:bodyPr/>
        <a:lstStyle/>
        <a:p>
          <a:endParaRPr lang="pt-PT"/>
        </a:p>
      </dgm:t>
    </dgm:pt>
    <dgm:pt modelId="{6099EA3A-E8C6-4512-8939-6053A380F8A9}" type="sibTrans" cxnId="{747CDFC2-7BC8-497B-BE5E-A094318001DB}">
      <dgm:prSet/>
      <dgm:spPr/>
      <dgm:t>
        <a:bodyPr/>
        <a:lstStyle/>
        <a:p>
          <a:endParaRPr lang="pt-PT"/>
        </a:p>
      </dgm:t>
    </dgm:pt>
    <dgm:pt modelId="{724DB63B-FF4D-45F4-AC33-CAED676B149A}" type="pres">
      <dgm:prSet presAssocID="{FC7361B0-E4EA-4930-BAAA-780E96BB7712}" presName="Name0" presStyleCnt="0">
        <dgm:presLayoutVars>
          <dgm:dir/>
          <dgm:resizeHandles val="exact"/>
        </dgm:presLayoutVars>
      </dgm:prSet>
      <dgm:spPr/>
    </dgm:pt>
    <dgm:pt modelId="{A04973F0-13CF-41C1-9C6E-53EEF1FD6FC2}" type="pres">
      <dgm:prSet presAssocID="{B14D7841-6A40-4D17-BDB2-2231305AA1AA}" presName="node" presStyleLbl="node1" presStyleIdx="0" presStyleCnt="2" custLinFactNeighborY="-1208">
        <dgm:presLayoutVars>
          <dgm:bulletEnabled val="1"/>
        </dgm:presLayoutVars>
      </dgm:prSet>
      <dgm:spPr/>
    </dgm:pt>
    <dgm:pt modelId="{6CE399D9-AA3E-413C-AEF7-D6DD8D0C3A51}" type="pres">
      <dgm:prSet presAssocID="{30921F4F-18DC-4DB5-A656-0AF1D19B1942}" presName="sibTrans" presStyleLbl="sibTrans2D1" presStyleIdx="0" presStyleCnt="1"/>
      <dgm:spPr/>
    </dgm:pt>
    <dgm:pt modelId="{BDB70CA6-AE33-485C-8962-E470D31E555B}" type="pres">
      <dgm:prSet presAssocID="{30921F4F-18DC-4DB5-A656-0AF1D19B1942}" presName="connectorText" presStyleLbl="sibTrans2D1" presStyleIdx="0" presStyleCnt="1"/>
      <dgm:spPr/>
    </dgm:pt>
    <dgm:pt modelId="{3CC8FE6B-C441-4D5F-ABEF-E02C3ADA412E}" type="pres">
      <dgm:prSet presAssocID="{23650D3C-C58B-478B-BAC5-641910DF6CA6}" presName="node" presStyleLbl="node1" presStyleIdx="1" presStyleCnt="2">
        <dgm:presLayoutVars>
          <dgm:bulletEnabled val="1"/>
        </dgm:presLayoutVars>
      </dgm:prSet>
      <dgm:spPr/>
    </dgm:pt>
  </dgm:ptLst>
  <dgm:cxnLst>
    <dgm:cxn modelId="{C29BDA08-2C5B-480C-A090-A4D2B8673EC7}" type="presOf" srcId="{30921F4F-18DC-4DB5-A656-0AF1D19B1942}" destId="{6CE399D9-AA3E-413C-AEF7-D6DD8D0C3A51}" srcOrd="0" destOrd="0" presId="urn:microsoft.com/office/officeart/2005/8/layout/process1"/>
    <dgm:cxn modelId="{4A6CD787-6B60-4228-AB13-5F622EE0DA7D}" srcId="{FC7361B0-E4EA-4930-BAAA-780E96BB7712}" destId="{B14D7841-6A40-4D17-BDB2-2231305AA1AA}" srcOrd="0" destOrd="0" parTransId="{B1DD2EEC-4E8C-414B-9EB5-4965F760F6AE}" sibTransId="{30921F4F-18DC-4DB5-A656-0AF1D19B1942}"/>
    <dgm:cxn modelId="{7D7B1092-B2F3-4D70-A52D-E941D0C6B7BF}" type="presOf" srcId="{30921F4F-18DC-4DB5-A656-0AF1D19B1942}" destId="{BDB70CA6-AE33-485C-8962-E470D31E555B}" srcOrd="1" destOrd="0" presId="urn:microsoft.com/office/officeart/2005/8/layout/process1"/>
    <dgm:cxn modelId="{9B27219B-56D2-4E4E-B922-4A524C5F10BF}" type="presOf" srcId="{FC7361B0-E4EA-4930-BAAA-780E96BB7712}" destId="{724DB63B-FF4D-45F4-AC33-CAED676B149A}" srcOrd="0" destOrd="0" presId="urn:microsoft.com/office/officeart/2005/8/layout/process1"/>
    <dgm:cxn modelId="{EB4F8A9E-4FAD-40B7-B7FA-7B1865278817}" type="presOf" srcId="{23650D3C-C58B-478B-BAC5-641910DF6CA6}" destId="{3CC8FE6B-C441-4D5F-ABEF-E02C3ADA412E}" srcOrd="0" destOrd="0" presId="urn:microsoft.com/office/officeart/2005/8/layout/process1"/>
    <dgm:cxn modelId="{17BCF7B7-5B1E-45B4-8B17-26A4DC1AFE18}" type="presOf" srcId="{B14D7841-6A40-4D17-BDB2-2231305AA1AA}" destId="{A04973F0-13CF-41C1-9C6E-53EEF1FD6FC2}" srcOrd="0" destOrd="0" presId="urn:microsoft.com/office/officeart/2005/8/layout/process1"/>
    <dgm:cxn modelId="{747CDFC2-7BC8-497B-BE5E-A094318001DB}" srcId="{FC7361B0-E4EA-4930-BAAA-780E96BB7712}" destId="{23650D3C-C58B-478B-BAC5-641910DF6CA6}" srcOrd="1" destOrd="0" parTransId="{BAA52BC8-F833-4BC0-83D8-C55D5638D777}" sibTransId="{6099EA3A-E8C6-4512-8939-6053A380F8A9}"/>
    <dgm:cxn modelId="{900A52CE-D125-4253-897D-E602A03111F2}" type="presParOf" srcId="{724DB63B-FF4D-45F4-AC33-CAED676B149A}" destId="{A04973F0-13CF-41C1-9C6E-53EEF1FD6FC2}" srcOrd="0" destOrd="0" presId="urn:microsoft.com/office/officeart/2005/8/layout/process1"/>
    <dgm:cxn modelId="{C65D6CA3-875F-4872-A54B-FEF14F05556E}" type="presParOf" srcId="{724DB63B-FF4D-45F4-AC33-CAED676B149A}" destId="{6CE399D9-AA3E-413C-AEF7-D6DD8D0C3A51}" srcOrd="1" destOrd="0" presId="urn:microsoft.com/office/officeart/2005/8/layout/process1"/>
    <dgm:cxn modelId="{8DF58158-185C-45DD-8C21-A37D7602E574}" type="presParOf" srcId="{6CE399D9-AA3E-413C-AEF7-D6DD8D0C3A51}" destId="{BDB70CA6-AE33-485C-8962-E470D31E555B}" srcOrd="0" destOrd="0" presId="urn:microsoft.com/office/officeart/2005/8/layout/process1"/>
    <dgm:cxn modelId="{E595280A-4C71-4F6A-BC84-320410E4FC43}" type="presParOf" srcId="{724DB63B-FF4D-45F4-AC33-CAED676B149A}" destId="{3CC8FE6B-C441-4D5F-ABEF-E02C3ADA412E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2C2C93E9-2F72-4A7B-BE8B-8607F597B266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7F50608A-62C3-40E8-86F8-9C9DD83FFA04}">
      <dgm:prSet phldrT="[Texto]"/>
      <dgm:spPr/>
      <dgm:t>
        <a:bodyPr/>
        <a:lstStyle/>
        <a:p>
          <a:r>
            <a:rPr lang="pt-PT" dirty="0"/>
            <a:t>Avaliação Sumativa</a:t>
          </a:r>
        </a:p>
      </dgm:t>
    </dgm:pt>
    <dgm:pt modelId="{3BCEA22B-78C6-413F-B013-F64C7B5E2F93}" type="parTrans" cxnId="{2C0954C7-19E3-4594-A538-30632565DDD1}">
      <dgm:prSet/>
      <dgm:spPr/>
      <dgm:t>
        <a:bodyPr/>
        <a:lstStyle/>
        <a:p>
          <a:endParaRPr lang="pt-PT"/>
        </a:p>
      </dgm:t>
    </dgm:pt>
    <dgm:pt modelId="{443EE29A-B341-48E8-82AD-F42604421A16}" type="sibTrans" cxnId="{2C0954C7-19E3-4594-A538-30632565DDD1}">
      <dgm:prSet/>
      <dgm:spPr/>
      <dgm:t>
        <a:bodyPr/>
        <a:lstStyle/>
        <a:p>
          <a:endParaRPr lang="pt-PT"/>
        </a:p>
      </dgm:t>
    </dgm:pt>
    <dgm:pt modelId="{C4AF080C-976E-4CA7-B544-21FAF6AB241C}">
      <dgm:prSet phldrT="[Texto]"/>
      <dgm:spPr/>
      <dgm:t>
        <a:bodyPr/>
        <a:lstStyle/>
        <a:p>
          <a:r>
            <a:rPr lang="pt-PT" dirty="0"/>
            <a:t>Final da formação</a:t>
          </a:r>
        </a:p>
      </dgm:t>
    </dgm:pt>
    <dgm:pt modelId="{A1CC24AF-3C32-48FC-81EC-077CE8A9F1AE}" type="parTrans" cxnId="{7E60B2BF-1422-41DA-B51C-12360B41E15D}">
      <dgm:prSet/>
      <dgm:spPr/>
      <dgm:t>
        <a:bodyPr/>
        <a:lstStyle/>
        <a:p>
          <a:endParaRPr lang="pt-PT"/>
        </a:p>
      </dgm:t>
    </dgm:pt>
    <dgm:pt modelId="{3DEAFEF2-4F2E-4261-848E-9330CCC57D1C}" type="sibTrans" cxnId="{7E60B2BF-1422-41DA-B51C-12360B41E15D}">
      <dgm:prSet/>
      <dgm:spPr/>
      <dgm:t>
        <a:bodyPr/>
        <a:lstStyle/>
        <a:p>
          <a:endParaRPr lang="pt-PT"/>
        </a:p>
      </dgm:t>
    </dgm:pt>
    <dgm:pt modelId="{6D902F7B-1011-4E99-8550-26848F77EEAA}" type="pres">
      <dgm:prSet presAssocID="{2C2C93E9-2F72-4A7B-BE8B-8607F597B266}" presName="Name0" presStyleCnt="0">
        <dgm:presLayoutVars>
          <dgm:dir/>
          <dgm:resizeHandles val="exact"/>
        </dgm:presLayoutVars>
      </dgm:prSet>
      <dgm:spPr/>
    </dgm:pt>
    <dgm:pt modelId="{90337535-410C-45E9-95AF-BEC7E81E1FEE}" type="pres">
      <dgm:prSet presAssocID="{7F50608A-62C3-40E8-86F8-9C9DD83FFA04}" presName="node" presStyleLbl="node1" presStyleIdx="0" presStyleCnt="2">
        <dgm:presLayoutVars>
          <dgm:bulletEnabled val="1"/>
        </dgm:presLayoutVars>
      </dgm:prSet>
      <dgm:spPr/>
    </dgm:pt>
    <dgm:pt modelId="{BA892B89-193E-4C3C-ABF2-6FBA20BCD904}" type="pres">
      <dgm:prSet presAssocID="{443EE29A-B341-48E8-82AD-F42604421A16}" presName="sibTrans" presStyleLbl="sibTrans2D1" presStyleIdx="0" presStyleCnt="1"/>
      <dgm:spPr/>
    </dgm:pt>
    <dgm:pt modelId="{E41B670E-86C1-4F7A-8849-598D2A46EAFF}" type="pres">
      <dgm:prSet presAssocID="{443EE29A-B341-48E8-82AD-F42604421A16}" presName="connectorText" presStyleLbl="sibTrans2D1" presStyleIdx="0" presStyleCnt="1"/>
      <dgm:spPr/>
    </dgm:pt>
    <dgm:pt modelId="{D01E5EA8-0F29-484C-9234-37310D0F22BF}" type="pres">
      <dgm:prSet presAssocID="{C4AF080C-976E-4CA7-B544-21FAF6AB241C}" presName="node" presStyleLbl="node1" presStyleIdx="1" presStyleCnt="2">
        <dgm:presLayoutVars>
          <dgm:bulletEnabled val="1"/>
        </dgm:presLayoutVars>
      </dgm:prSet>
      <dgm:spPr/>
    </dgm:pt>
  </dgm:ptLst>
  <dgm:cxnLst>
    <dgm:cxn modelId="{FBCE1464-5F88-4082-8592-D50E89BC4C3A}" type="presOf" srcId="{443EE29A-B341-48E8-82AD-F42604421A16}" destId="{BA892B89-193E-4C3C-ABF2-6FBA20BCD904}" srcOrd="0" destOrd="0" presId="urn:microsoft.com/office/officeart/2005/8/layout/process1"/>
    <dgm:cxn modelId="{9415574D-EB9D-424C-A090-7B448D154DD7}" type="presOf" srcId="{2C2C93E9-2F72-4A7B-BE8B-8607F597B266}" destId="{6D902F7B-1011-4E99-8550-26848F77EEAA}" srcOrd="0" destOrd="0" presId="urn:microsoft.com/office/officeart/2005/8/layout/process1"/>
    <dgm:cxn modelId="{FE2876AF-EDF1-41D8-9803-C98002956412}" type="presOf" srcId="{7F50608A-62C3-40E8-86F8-9C9DD83FFA04}" destId="{90337535-410C-45E9-95AF-BEC7E81E1FEE}" srcOrd="0" destOrd="0" presId="urn:microsoft.com/office/officeart/2005/8/layout/process1"/>
    <dgm:cxn modelId="{23D773B8-64C7-4A85-81E9-2B8A5B515ABD}" type="presOf" srcId="{443EE29A-B341-48E8-82AD-F42604421A16}" destId="{E41B670E-86C1-4F7A-8849-598D2A46EAFF}" srcOrd="1" destOrd="0" presId="urn:microsoft.com/office/officeart/2005/8/layout/process1"/>
    <dgm:cxn modelId="{7E60B2BF-1422-41DA-B51C-12360B41E15D}" srcId="{2C2C93E9-2F72-4A7B-BE8B-8607F597B266}" destId="{C4AF080C-976E-4CA7-B544-21FAF6AB241C}" srcOrd="1" destOrd="0" parTransId="{A1CC24AF-3C32-48FC-81EC-077CE8A9F1AE}" sibTransId="{3DEAFEF2-4F2E-4261-848E-9330CCC57D1C}"/>
    <dgm:cxn modelId="{2C0954C7-19E3-4594-A538-30632565DDD1}" srcId="{2C2C93E9-2F72-4A7B-BE8B-8607F597B266}" destId="{7F50608A-62C3-40E8-86F8-9C9DD83FFA04}" srcOrd="0" destOrd="0" parTransId="{3BCEA22B-78C6-413F-B013-F64C7B5E2F93}" sibTransId="{443EE29A-B341-48E8-82AD-F42604421A16}"/>
    <dgm:cxn modelId="{5167B3CA-F908-4585-ADFE-B19BD0B21170}" type="presOf" srcId="{C4AF080C-976E-4CA7-B544-21FAF6AB241C}" destId="{D01E5EA8-0F29-484C-9234-37310D0F22BF}" srcOrd="0" destOrd="0" presId="urn:microsoft.com/office/officeart/2005/8/layout/process1"/>
    <dgm:cxn modelId="{C6067B22-6DC4-4B3C-BEED-714CE36D3BE5}" type="presParOf" srcId="{6D902F7B-1011-4E99-8550-26848F77EEAA}" destId="{90337535-410C-45E9-95AF-BEC7E81E1FEE}" srcOrd="0" destOrd="0" presId="urn:microsoft.com/office/officeart/2005/8/layout/process1"/>
    <dgm:cxn modelId="{16D30A20-85F6-4C28-BC2A-50DB478BEEC4}" type="presParOf" srcId="{6D902F7B-1011-4E99-8550-26848F77EEAA}" destId="{BA892B89-193E-4C3C-ABF2-6FBA20BCD904}" srcOrd="1" destOrd="0" presId="urn:microsoft.com/office/officeart/2005/8/layout/process1"/>
    <dgm:cxn modelId="{41AFC993-0238-494B-B7E3-B48E9223C52A}" type="presParOf" srcId="{BA892B89-193E-4C3C-ABF2-6FBA20BCD904}" destId="{E41B670E-86C1-4F7A-8849-598D2A46EAFF}" srcOrd="0" destOrd="0" presId="urn:microsoft.com/office/officeart/2005/8/layout/process1"/>
    <dgm:cxn modelId="{6C4D3F01-A4B6-431F-A605-81CBE2F6F707}" type="presParOf" srcId="{6D902F7B-1011-4E99-8550-26848F77EEAA}" destId="{D01E5EA8-0F29-484C-9234-37310D0F22BF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7E33356-70F4-4DA6-A576-94C82D0AF4F8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3B92805D-6152-4E59-8327-D02ABFF37B5B}">
      <dgm:prSet phldrT="[Texto]"/>
      <dgm:spPr/>
      <dgm:t>
        <a:bodyPr/>
        <a:lstStyle/>
        <a:p>
          <a:r>
            <a:rPr lang="pt-PT" dirty="0"/>
            <a:t>Avaliação Formativa</a:t>
          </a:r>
        </a:p>
      </dgm:t>
    </dgm:pt>
    <dgm:pt modelId="{49D91CCF-031C-4C0D-B61C-487228F2AF66}" type="parTrans" cxnId="{67B0D086-5BDE-4695-84C3-9E0338577F5A}">
      <dgm:prSet/>
      <dgm:spPr/>
      <dgm:t>
        <a:bodyPr/>
        <a:lstStyle/>
        <a:p>
          <a:endParaRPr lang="pt-PT"/>
        </a:p>
      </dgm:t>
    </dgm:pt>
    <dgm:pt modelId="{42B11147-CA82-4E17-BCC2-C668281E882D}" type="sibTrans" cxnId="{67B0D086-5BDE-4695-84C3-9E0338577F5A}">
      <dgm:prSet/>
      <dgm:spPr/>
      <dgm:t>
        <a:bodyPr/>
        <a:lstStyle/>
        <a:p>
          <a:endParaRPr lang="pt-PT"/>
        </a:p>
      </dgm:t>
    </dgm:pt>
    <dgm:pt modelId="{AB9D5A5A-C327-4865-8245-DD16EABBA1C2}">
      <dgm:prSet phldrT="[Texto]"/>
      <dgm:spPr/>
      <dgm:t>
        <a:bodyPr/>
        <a:lstStyle/>
        <a:p>
          <a:r>
            <a:rPr lang="pt-PT" dirty="0"/>
            <a:t>Importante</a:t>
          </a:r>
        </a:p>
      </dgm:t>
    </dgm:pt>
    <dgm:pt modelId="{224778FB-06E3-4B4B-9532-F0E36F163D56}" type="parTrans" cxnId="{74462A44-0801-4D2A-A4BA-EE6FD0AC7485}">
      <dgm:prSet/>
      <dgm:spPr/>
      <dgm:t>
        <a:bodyPr/>
        <a:lstStyle/>
        <a:p>
          <a:endParaRPr lang="pt-PT"/>
        </a:p>
      </dgm:t>
    </dgm:pt>
    <dgm:pt modelId="{395A47CB-B8B6-4C0C-A188-80BF72069B5E}" type="sibTrans" cxnId="{74462A44-0801-4D2A-A4BA-EE6FD0AC7485}">
      <dgm:prSet/>
      <dgm:spPr/>
      <dgm:t>
        <a:bodyPr/>
        <a:lstStyle/>
        <a:p>
          <a:endParaRPr lang="pt-PT"/>
        </a:p>
      </dgm:t>
    </dgm:pt>
    <dgm:pt modelId="{FBC15F10-6273-4B09-A1D4-294C886063B5}" type="pres">
      <dgm:prSet presAssocID="{E7E33356-70F4-4DA6-A576-94C82D0AF4F8}" presName="Name0" presStyleCnt="0">
        <dgm:presLayoutVars>
          <dgm:dir/>
          <dgm:resizeHandles val="exact"/>
        </dgm:presLayoutVars>
      </dgm:prSet>
      <dgm:spPr/>
    </dgm:pt>
    <dgm:pt modelId="{E20E6DBC-33D8-4C67-9CBC-8555B1265FC8}" type="pres">
      <dgm:prSet presAssocID="{3B92805D-6152-4E59-8327-D02ABFF37B5B}" presName="node" presStyleLbl="node1" presStyleIdx="0" presStyleCnt="2">
        <dgm:presLayoutVars>
          <dgm:bulletEnabled val="1"/>
        </dgm:presLayoutVars>
      </dgm:prSet>
      <dgm:spPr/>
    </dgm:pt>
    <dgm:pt modelId="{48B82E5F-35E8-4652-9060-CD086801A4B7}" type="pres">
      <dgm:prSet presAssocID="{42B11147-CA82-4E17-BCC2-C668281E882D}" presName="sibTrans" presStyleLbl="sibTrans2D1" presStyleIdx="0" presStyleCnt="1"/>
      <dgm:spPr/>
    </dgm:pt>
    <dgm:pt modelId="{A2A45AF0-BC25-4775-8DC3-D52EAA158253}" type="pres">
      <dgm:prSet presAssocID="{42B11147-CA82-4E17-BCC2-C668281E882D}" presName="connectorText" presStyleLbl="sibTrans2D1" presStyleIdx="0" presStyleCnt="1"/>
      <dgm:spPr/>
    </dgm:pt>
    <dgm:pt modelId="{FA50B38F-38E1-4205-B739-7F76026C123F}" type="pres">
      <dgm:prSet presAssocID="{AB9D5A5A-C327-4865-8245-DD16EABBA1C2}" presName="node" presStyleLbl="node1" presStyleIdx="1" presStyleCnt="2">
        <dgm:presLayoutVars>
          <dgm:bulletEnabled val="1"/>
        </dgm:presLayoutVars>
      </dgm:prSet>
      <dgm:spPr/>
    </dgm:pt>
  </dgm:ptLst>
  <dgm:cxnLst>
    <dgm:cxn modelId="{0EF72922-5430-4F50-BDB1-E552F0D0B2CE}" type="presOf" srcId="{E7E33356-70F4-4DA6-A576-94C82D0AF4F8}" destId="{FBC15F10-6273-4B09-A1D4-294C886063B5}" srcOrd="0" destOrd="0" presId="urn:microsoft.com/office/officeart/2005/8/layout/process1"/>
    <dgm:cxn modelId="{6DE47D2F-A65F-4C4B-ADB7-AEAEFBE0E287}" type="presOf" srcId="{42B11147-CA82-4E17-BCC2-C668281E882D}" destId="{48B82E5F-35E8-4652-9060-CD086801A4B7}" srcOrd="0" destOrd="0" presId="urn:microsoft.com/office/officeart/2005/8/layout/process1"/>
    <dgm:cxn modelId="{91759035-60C0-4A53-A02E-D1824F78FB39}" type="presOf" srcId="{3B92805D-6152-4E59-8327-D02ABFF37B5B}" destId="{E20E6DBC-33D8-4C67-9CBC-8555B1265FC8}" srcOrd="0" destOrd="0" presId="urn:microsoft.com/office/officeart/2005/8/layout/process1"/>
    <dgm:cxn modelId="{74462A44-0801-4D2A-A4BA-EE6FD0AC7485}" srcId="{E7E33356-70F4-4DA6-A576-94C82D0AF4F8}" destId="{AB9D5A5A-C327-4865-8245-DD16EABBA1C2}" srcOrd="1" destOrd="0" parTransId="{224778FB-06E3-4B4B-9532-F0E36F163D56}" sibTransId="{395A47CB-B8B6-4C0C-A188-80BF72069B5E}"/>
    <dgm:cxn modelId="{248E4D6A-640A-4F88-9CB4-3F5E9AB6C225}" type="presOf" srcId="{42B11147-CA82-4E17-BCC2-C668281E882D}" destId="{A2A45AF0-BC25-4775-8DC3-D52EAA158253}" srcOrd="1" destOrd="0" presId="urn:microsoft.com/office/officeart/2005/8/layout/process1"/>
    <dgm:cxn modelId="{67B0D086-5BDE-4695-84C3-9E0338577F5A}" srcId="{E7E33356-70F4-4DA6-A576-94C82D0AF4F8}" destId="{3B92805D-6152-4E59-8327-D02ABFF37B5B}" srcOrd="0" destOrd="0" parTransId="{49D91CCF-031C-4C0D-B61C-487228F2AF66}" sibTransId="{42B11147-CA82-4E17-BCC2-C668281E882D}"/>
    <dgm:cxn modelId="{74BBBDD9-B1A5-4229-A8A0-8C12876D7D9E}" type="presOf" srcId="{AB9D5A5A-C327-4865-8245-DD16EABBA1C2}" destId="{FA50B38F-38E1-4205-B739-7F76026C123F}" srcOrd="0" destOrd="0" presId="urn:microsoft.com/office/officeart/2005/8/layout/process1"/>
    <dgm:cxn modelId="{E85FC16C-DF11-4A17-8FAF-75E3C778AF9B}" type="presParOf" srcId="{FBC15F10-6273-4B09-A1D4-294C886063B5}" destId="{E20E6DBC-33D8-4C67-9CBC-8555B1265FC8}" srcOrd="0" destOrd="0" presId="urn:microsoft.com/office/officeart/2005/8/layout/process1"/>
    <dgm:cxn modelId="{33C5C007-4C25-4902-A2F6-C9D1FE53EF97}" type="presParOf" srcId="{FBC15F10-6273-4B09-A1D4-294C886063B5}" destId="{48B82E5F-35E8-4652-9060-CD086801A4B7}" srcOrd="1" destOrd="0" presId="urn:microsoft.com/office/officeart/2005/8/layout/process1"/>
    <dgm:cxn modelId="{9DA338CE-623F-4CEE-9D97-6B8053D5A40B}" type="presParOf" srcId="{48B82E5F-35E8-4652-9060-CD086801A4B7}" destId="{A2A45AF0-BC25-4775-8DC3-D52EAA158253}" srcOrd="0" destOrd="0" presId="urn:microsoft.com/office/officeart/2005/8/layout/process1"/>
    <dgm:cxn modelId="{6D58F84B-FDBA-449F-8333-42ADA620127B}" type="presParOf" srcId="{FBC15F10-6273-4B09-A1D4-294C886063B5}" destId="{FA50B38F-38E1-4205-B739-7F76026C123F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260F47FA-2637-4423-A4BD-E81729F11F32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F99C9C16-D1E7-49CC-95C0-1FDC2CAE3BBE}">
      <dgm:prSet phldrT="[Texto]" custT="1"/>
      <dgm:spPr/>
      <dgm:t>
        <a:bodyPr/>
        <a:lstStyle/>
        <a:p>
          <a:r>
            <a:rPr lang="pt-PT" sz="6000" dirty="0"/>
            <a:t>Avaliação Normativa</a:t>
          </a:r>
        </a:p>
      </dgm:t>
    </dgm:pt>
    <dgm:pt modelId="{79209984-FA47-4002-BCC5-8588151213AA}" type="parTrans" cxnId="{7E0D30DC-8E85-4494-8670-0AFC9DF8F699}">
      <dgm:prSet/>
      <dgm:spPr/>
      <dgm:t>
        <a:bodyPr/>
        <a:lstStyle/>
        <a:p>
          <a:endParaRPr lang="pt-PT"/>
        </a:p>
      </dgm:t>
    </dgm:pt>
    <dgm:pt modelId="{94075D83-9CC2-4419-BA6F-C107988D4697}" type="sibTrans" cxnId="{7E0D30DC-8E85-4494-8670-0AFC9DF8F699}">
      <dgm:prSet/>
      <dgm:spPr/>
      <dgm:t>
        <a:bodyPr/>
        <a:lstStyle/>
        <a:p>
          <a:endParaRPr lang="pt-PT"/>
        </a:p>
      </dgm:t>
    </dgm:pt>
    <dgm:pt modelId="{B0DB1E67-E4B0-4CA4-9BED-F55F0A496656}">
      <dgm:prSet phldrT="[Texto]"/>
      <dgm:spPr/>
      <dgm:t>
        <a:bodyPr/>
        <a:lstStyle/>
        <a:p>
          <a:r>
            <a:rPr lang="pt-PT" dirty="0"/>
            <a:t>Comparação do rendimento do sujeito com o grupo</a:t>
          </a:r>
        </a:p>
      </dgm:t>
    </dgm:pt>
    <dgm:pt modelId="{AD9A7F87-5CF0-4A02-B08F-248F254A1260}" type="parTrans" cxnId="{8B8C3A4F-3A2E-47C5-A120-767B3299A3FC}">
      <dgm:prSet/>
      <dgm:spPr/>
      <dgm:t>
        <a:bodyPr/>
        <a:lstStyle/>
        <a:p>
          <a:endParaRPr lang="pt-PT"/>
        </a:p>
      </dgm:t>
    </dgm:pt>
    <dgm:pt modelId="{59546BD3-1253-44BC-9E71-22EECA1D6AC3}" type="sibTrans" cxnId="{8B8C3A4F-3A2E-47C5-A120-767B3299A3FC}">
      <dgm:prSet/>
      <dgm:spPr/>
      <dgm:t>
        <a:bodyPr/>
        <a:lstStyle/>
        <a:p>
          <a:endParaRPr lang="pt-PT"/>
        </a:p>
      </dgm:t>
    </dgm:pt>
    <dgm:pt modelId="{3C0557D2-EFA1-4046-A594-566730E95F4C}" type="pres">
      <dgm:prSet presAssocID="{260F47FA-2637-4423-A4BD-E81729F11F32}" presName="Name0" presStyleCnt="0">
        <dgm:presLayoutVars>
          <dgm:dir/>
          <dgm:resizeHandles val="exact"/>
        </dgm:presLayoutVars>
      </dgm:prSet>
      <dgm:spPr/>
    </dgm:pt>
    <dgm:pt modelId="{C689205F-CF41-4461-BE9B-4EFDC4CD4D0F}" type="pres">
      <dgm:prSet presAssocID="{F99C9C16-D1E7-49CC-95C0-1FDC2CAE3BBE}" presName="node" presStyleLbl="node1" presStyleIdx="0" presStyleCnt="2" custLinFactNeighborX="-615" custLinFactNeighborY="-1230">
        <dgm:presLayoutVars>
          <dgm:bulletEnabled val="1"/>
        </dgm:presLayoutVars>
      </dgm:prSet>
      <dgm:spPr/>
    </dgm:pt>
    <dgm:pt modelId="{0A0F33F9-930B-4F4C-955A-05D38BA1BB7A}" type="pres">
      <dgm:prSet presAssocID="{94075D83-9CC2-4419-BA6F-C107988D4697}" presName="sibTrans" presStyleLbl="sibTrans2D1" presStyleIdx="0" presStyleCnt="1"/>
      <dgm:spPr/>
    </dgm:pt>
    <dgm:pt modelId="{882B43DF-2A69-4166-8D99-C9CAC2E00EAC}" type="pres">
      <dgm:prSet presAssocID="{94075D83-9CC2-4419-BA6F-C107988D4697}" presName="connectorText" presStyleLbl="sibTrans2D1" presStyleIdx="0" presStyleCnt="1"/>
      <dgm:spPr/>
    </dgm:pt>
    <dgm:pt modelId="{4E7B2F2F-E171-4043-B5AA-EA985A349C4A}" type="pres">
      <dgm:prSet presAssocID="{B0DB1E67-E4B0-4CA4-9BED-F55F0A496656}" presName="node" presStyleLbl="node1" presStyleIdx="1" presStyleCnt="2">
        <dgm:presLayoutVars>
          <dgm:bulletEnabled val="1"/>
        </dgm:presLayoutVars>
      </dgm:prSet>
      <dgm:spPr/>
    </dgm:pt>
  </dgm:ptLst>
  <dgm:cxnLst>
    <dgm:cxn modelId="{8B8C3A4F-3A2E-47C5-A120-767B3299A3FC}" srcId="{260F47FA-2637-4423-A4BD-E81729F11F32}" destId="{B0DB1E67-E4B0-4CA4-9BED-F55F0A496656}" srcOrd="1" destOrd="0" parTransId="{AD9A7F87-5CF0-4A02-B08F-248F254A1260}" sibTransId="{59546BD3-1253-44BC-9E71-22EECA1D6AC3}"/>
    <dgm:cxn modelId="{C2452C50-A073-4675-8DA4-A9D30E781C4C}" type="presOf" srcId="{F99C9C16-D1E7-49CC-95C0-1FDC2CAE3BBE}" destId="{C689205F-CF41-4461-BE9B-4EFDC4CD4D0F}" srcOrd="0" destOrd="0" presId="urn:microsoft.com/office/officeart/2005/8/layout/process1"/>
    <dgm:cxn modelId="{770BCF7D-3F30-470C-BB97-AB58990CAA4C}" type="presOf" srcId="{260F47FA-2637-4423-A4BD-E81729F11F32}" destId="{3C0557D2-EFA1-4046-A594-566730E95F4C}" srcOrd="0" destOrd="0" presId="urn:microsoft.com/office/officeart/2005/8/layout/process1"/>
    <dgm:cxn modelId="{A3929EA4-5276-406F-960F-9D15A4FD9F4A}" type="presOf" srcId="{B0DB1E67-E4B0-4CA4-9BED-F55F0A496656}" destId="{4E7B2F2F-E171-4043-B5AA-EA985A349C4A}" srcOrd="0" destOrd="0" presId="urn:microsoft.com/office/officeart/2005/8/layout/process1"/>
    <dgm:cxn modelId="{3A7C77CF-BE24-4200-A719-00EEE5F09CEF}" type="presOf" srcId="{94075D83-9CC2-4419-BA6F-C107988D4697}" destId="{882B43DF-2A69-4166-8D99-C9CAC2E00EAC}" srcOrd="1" destOrd="0" presId="urn:microsoft.com/office/officeart/2005/8/layout/process1"/>
    <dgm:cxn modelId="{7E0D30DC-8E85-4494-8670-0AFC9DF8F699}" srcId="{260F47FA-2637-4423-A4BD-E81729F11F32}" destId="{F99C9C16-D1E7-49CC-95C0-1FDC2CAE3BBE}" srcOrd="0" destOrd="0" parTransId="{79209984-FA47-4002-BCC5-8588151213AA}" sibTransId="{94075D83-9CC2-4419-BA6F-C107988D4697}"/>
    <dgm:cxn modelId="{D3F590F4-9AE0-41B0-8698-CFEC372FACB8}" type="presOf" srcId="{94075D83-9CC2-4419-BA6F-C107988D4697}" destId="{0A0F33F9-930B-4F4C-955A-05D38BA1BB7A}" srcOrd="0" destOrd="0" presId="urn:microsoft.com/office/officeart/2005/8/layout/process1"/>
    <dgm:cxn modelId="{71D72E28-15C6-4773-B958-011CFCF36264}" type="presParOf" srcId="{3C0557D2-EFA1-4046-A594-566730E95F4C}" destId="{C689205F-CF41-4461-BE9B-4EFDC4CD4D0F}" srcOrd="0" destOrd="0" presId="urn:microsoft.com/office/officeart/2005/8/layout/process1"/>
    <dgm:cxn modelId="{AC3C336A-538B-4161-AF5E-699F83F708D7}" type="presParOf" srcId="{3C0557D2-EFA1-4046-A594-566730E95F4C}" destId="{0A0F33F9-930B-4F4C-955A-05D38BA1BB7A}" srcOrd="1" destOrd="0" presId="urn:microsoft.com/office/officeart/2005/8/layout/process1"/>
    <dgm:cxn modelId="{D75625F8-068C-405D-AC2A-8A60480BD961}" type="presParOf" srcId="{0A0F33F9-930B-4F4C-955A-05D38BA1BB7A}" destId="{882B43DF-2A69-4166-8D99-C9CAC2E00EAC}" srcOrd="0" destOrd="0" presId="urn:microsoft.com/office/officeart/2005/8/layout/process1"/>
    <dgm:cxn modelId="{6AB5986A-0F29-4C04-9078-BED7C0F70A74}" type="presParOf" srcId="{3C0557D2-EFA1-4046-A594-566730E95F4C}" destId="{4E7B2F2F-E171-4043-B5AA-EA985A349C4A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9334834-494B-4155-BBC5-FDA711900B6E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ADE1CC39-3FB4-4774-BF2F-3A421D9A32FF}">
      <dgm:prSet phldrT="[Texto]" custT="1"/>
      <dgm:spPr/>
      <dgm:t>
        <a:bodyPr/>
        <a:lstStyle/>
        <a:p>
          <a:r>
            <a:rPr lang="pt-PT" sz="5400" dirty="0"/>
            <a:t>Avaliação Criterial</a:t>
          </a:r>
        </a:p>
      </dgm:t>
    </dgm:pt>
    <dgm:pt modelId="{AF822129-7747-4873-863D-4F7F5C95DE40}" type="parTrans" cxnId="{F8CC3E5D-2C7C-410B-8834-AE100905D697}">
      <dgm:prSet/>
      <dgm:spPr/>
      <dgm:t>
        <a:bodyPr/>
        <a:lstStyle/>
        <a:p>
          <a:endParaRPr lang="pt-PT"/>
        </a:p>
      </dgm:t>
    </dgm:pt>
    <dgm:pt modelId="{5A80DE2C-2AD5-4830-9E9B-468DC5BB227E}" type="sibTrans" cxnId="{F8CC3E5D-2C7C-410B-8834-AE100905D697}">
      <dgm:prSet/>
      <dgm:spPr/>
      <dgm:t>
        <a:bodyPr/>
        <a:lstStyle/>
        <a:p>
          <a:endParaRPr lang="pt-PT"/>
        </a:p>
      </dgm:t>
    </dgm:pt>
    <dgm:pt modelId="{2F45AE1B-B474-4D77-B0F3-C0DAD7D49585}">
      <dgm:prSet phldrT="[Texto]"/>
      <dgm:spPr/>
      <dgm:t>
        <a:bodyPr/>
        <a:lstStyle/>
        <a:p>
          <a:r>
            <a:rPr lang="pt-PT" dirty="0"/>
            <a:t>Comparação consigo próprio</a:t>
          </a:r>
        </a:p>
      </dgm:t>
    </dgm:pt>
    <dgm:pt modelId="{78A7E936-9850-4949-BD1E-272854470651}" type="parTrans" cxnId="{CD0854DC-EA72-4812-8932-39D72FFED72F}">
      <dgm:prSet/>
      <dgm:spPr/>
      <dgm:t>
        <a:bodyPr/>
        <a:lstStyle/>
        <a:p>
          <a:endParaRPr lang="pt-PT"/>
        </a:p>
      </dgm:t>
    </dgm:pt>
    <dgm:pt modelId="{821660E9-BDCE-49DF-806A-03FEC991106F}" type="sibTrans" cxnId="{CD0854DC-EA72-4812-8932-39D72FFED72F}">
      <dgm:prSet/>
      <dgm:spPr/>
      <dgm:t>
        <a:bodyPr/>
        <a:lstStyle/>
        <a:p>
          <a:endParaRPr lang="pt-PT"/>
        </a:p>
      </dgm:t>
    </dgm:pt>
    <dgm:pt modelId="{C25B430B-986F-422C-A42E-77C5B209E79D}" type="pres">
      <dgm:prSet presAssocID="{19334834-494B-4155-BBC5-FDA711900B6E}" presName="Name0" presStyleCnt="0">
        <dgm:presLayoutVars>
          <dgm:dir/>
          <dgm:resizeHandles val="exact"/>
        </dgm:presLayoutVars>
      </dgm:prSet>
      <dgm:spPr/>
    </dgm:pt>
    <dgm:pt modelId="{9F334A14-1B84-42B1-90F8-480E0C1FDD48}" type="pres">
      <dgm:prSet presAssocID="{ADE1CC39-3FB4-4774-BF2F-3A421D9A32FF}" presName="node" presStyleLbl="node1" presStyleIdx="0" presStyleCnt="2">
        <dgm:presLayoutVars>
          <dgm:bulletEnabled val="1"/>
        </dgm:presLayoutVars>
      </dgm:prSet>
      <dgm:spPr/>
    </dgm:pt>
    <dgm:pt modelId="{E75B20E6-0270-4D45-95AB-79F27BF62E2A}" type="pres">
      <dgm:prSet presAssocID="{5A80DE2C-2AD5-4830-9E9B-468DC5BB227E}" presName="sibTrans" presStyleLbl="sibTrans2D1" presStyleIdx="0" presStyleCnt="1"/>
      <dgm:spPr/>
    </dgm:pt>
    <dgm:pt modelId="{7F3A61C0-AC8F-40BF-ADBB-8A17832F7E1D}" type="pres">
      <dgm:prSet presAssocID="{5A80DE2C-2AD5-4830-9E9B-468DC5BB227E}" presName="connectorText" presStyleLbl="sibTrans2D1" presStyleIdx="0" presStyleCnt="1"/>
      <dgm:spPr/>
    </dgm:pt>
    <dgm:pt modelId="{14995E04-BDD2-4177-9E5B-7DC33C53B5D9}" type="pres">
      <dgm:prSet presAssocID="{2F45AE1B-B474-4D77-B0F3-C0DAD7D49585}" presName="node" presStyleLbl="node1" presStyleIdx="1" presStyleCnt="2">
        <dgm:presLayoutVars>
          <dgm:bulletEnabled val="1"/>
        </dgm:presLayoutVars>
      </dgm:prSet>
      <dgm:spPr/>
    </dgm:pt>
  </dgm:ptLst>
  <dgm:cxnLst>
    <dgm:cxn modelId="{F6D73F02-7BAB-492B-834B-31EB917B4D07}" type="presOf" srcId="{19334834-494B-4155-BBC5-FDA711900B6E}" destId="{C25B430B-986F-422C-A42E-77C5B209E79D}" srcOrd="0" destOrd="0" presId="urn:microsoft.com/office/officeart/2005/8/layout/process1"/>
    <dgm:cxn modelId="{F8CC3E5D-2C7C-410B-8834-AE100905D697}" srcId="{19334834-494B-4155-BBC5-FDA711900B6E}" destId="{ADE1CC39-3FB4-4774-BF2F-3A421D9A32FF}" srcOrd="0" destOrd="0" parTransId="{AF822129-7747-4873-863D-4F7F5C95DE40}" sibTransId="{5A80DE2C-2AD5-4830-9E9B-468DC5BB227E}"/>
    <dgm:cxn modelId="{E9DE9E4D-8548-46DF-B552-4FCAFBCB31C0}" type="presOf" srcId="{5A80DE2C-2AD5-4830-9E9B-468DC5BB227E}" destId="{E75B20E6-0270-4D45-95AB-79F27BF62E2A}" srcOrd="0" destOrd="0" presId="urn:microsoft.com/office/officeart/2005/8/layout/process1"/>
    <dgm:cxn modelId="{E1B5CA83-5CE3-450D-B8B3-B9CB0C66CC61}" type="presOf" srcId="{ADE1CC39-3FB4-4774-BF2F-3A421D9A32FF}" destId="{9F334A14-1B84-42B1-90F8-480E0C1FDD48}" srcOrd="0" destOrd="0" presId="urn:microsoft.com/office/officeart/2005/8/layout/process1"/>
    <dgm:cxn modelId="{C875ED98-E3D1-4F3D-8710-A5EE7FD0656A}" type="presOf" srcId="{5A80DE2C-2AD5-4830-9E9B-468DC5BB227E}" destId="{7F3A61C0-AC8F-40BF-ADBB-8A17832F7E1D}" srcOrd="1" destOrd="0" presId="urn:microsoft.com/office/officeart/2005/8/layout/process1"/>
    <dgm:cxn modelId="{F37B27CB-B93A-4561-9440-4E4485A18544}" type="presOf" srcId="{2F45AE1B-B474-4D77-B0F3-C0DAD7D49585}" destId="{14995E04-BDD2-4177-9E5B-7DC33C53B5D9}" srcOrd="0" destOrd="0" presId="urn:microsoft.com/office/officeart/2005/8/layout/process1"/>
    <dgm:cxn modelId="{CD0854DC-EA72-4812-8932-39D72FFED72F}" srcId="{19334834-494B-4155-BBC5-FDA711900B6E}" destId="{2F45AE1B-B474-4D77-B0F3-C0DAD7D49585}" srcOrd="1" destOrd="0" parTransId="{78A7E936-9850-4949-BD1E-272854470651}" sibTransId="{821660E9-BDCE-49DF-806A-03FEC991106F}"/>
    <dgm:cxn modelId="{5AF61A37-8E2D-4067-A21B-E6C09C9FC4CE}" type="presParOf" srcId="{C25B430B-986F-422C-A42E-77C5B209E79D}" destId="{9F334A14-1B84-42B1-90F8-480E0C1FDD48}" srcOrd="0" destOrd="0" presId="urn:microsoft.com/office/officeart/2005/8/layout/process1"/>
    <dgm:cxn modelId="{BBCDD9B6-0F99-4449-ABD5-BBB560BE7E3C}" type="presParOf" srcId="{C25B430B-986F-422C-A42E-77C5B209E79D}" destId="{E75B20E6-0270-4D45-95AB-79F27BF62E2A}" srcOrd="1" destOrd="0" presId="urn:microsoft.com/office/officeart/2005/8/layout/process1"/>
    <dgm:cxn modelId="{AF5F6271-3B88-4104-9EA3-4A5B4126C5AE}" type="presParOf" srcId="{E75B20E6-0270-4D45-95AB-79F27BF62E2A}" destId="{7F3A61C0-AC8F-40BF-ADBB-8A17832F7E1D}" srcOrd="0" destOrd="0" presId="urn:microsoft.com/office/officeart/2005/8/layout/process1"/>
    <dgm:cxn modelId="{76025252-A44A-4220-A482-68454568CEF6}" type="presParOf" srcId="{C25B430B-986F-422C-A42E-77C5B209E79D}" destId="{14995E04-BDD2-4177-9E5B-7DC33C53B5D9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70C13BE-D0EF-4131-A25C-0523B3FC6FC4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30980125-528C-4D2D-84EC-9BCD15083B01}">
      <dgm:prSet phldrT="[Texto]"/>
      <dgm:spPr/>
      <dgm:t>
        <a:bodyPr/>
        <a:lstStyle/>
        <a:p>
          <a:r>
            <a:rPr lang="pt-PT" dirty="0"/>
            <a:t>Exame de condução</a:t>
          </a:r>
        </a:p>
      </dgm:t>
    </dgm:pt>
    <dgm:pt modelId="{C8A737DC-70BD-4E35-963C-427B89234A52}" type="parTrans" cxnId="{A61628FC-E8F6-455A-833E-BB5079CD63C1}">
      <dgm:prSet/>
      <dgm:spPr/>
      <dgm:t>
        <a:bodyPr/>
        <a:lstStyle/>
        <a:p>
          <a:endParaRPr lang="pt-PT"/>
        </a:p>
      </dgm:t>
    </dgm:pt>
    <dgm:pt modelId="{8C7976FB-C1E0-4BE1-B658-66CF93E16052}" type="sibTrans" cxnId="{A61628FC-E8F6-455A-833E-BB5079CD63C1}">
      <dgm:prSet/>
      <dgm:spPr/>
      <dgm:t>
        <a:bodyPr/>
        <a:lstStyle/>
        <a:p>
          <a:endParaRPr lang="pt-PT"/>
        </a:p>
      </dgm:t>
    </dgm:pt>
    <dgm:pt modelId="{E581F9AC-DC4A-4387-AA6C-97F83B7D4CC2}">
      <dgm:prSet phldrT="[Texto]"/>
      <dgm:spPr/>
      <dgm:t>
        <a:bodyPr/>
        <a:lstStyle/>
        <a:p>
          <a:r>
            <a:rPr lang="pt-PT" dirty="0"/>
            <a:t>Avaliação Criterial</a:t>
          </a:r>
        </a:p>
      </dgm:t>
    </dgm:pt>
    <dgm:pt modelId="{20230E0A-8E66-4FE5-AF44-C8AF48240745}" type="parTrans" cxnId="{781F5842-895B-4F87-8A3A-2F4D78907BB9}">
      <dgm:prSet/>
      <dgm:spPr/>
      <dgm:t>
        <a:bodyPr/>
        <a:lstStyle/>
        <a:p>
          <a:endParaRPr lang="pt-PT"/>
        </a:p>
      </dgm:t>
    </dgm:pt>
    <dgm:pt modelId="{B8788AD5-1DC1-46AD-8F88-A46A4DDF8C6F}" type="sibTrans" cxnId="{781F5842-895B-4F87-8A3A-2F4D78907BB9}">
      <dgm:prSet/>
      <dgm:spPr/>
      <dgm:t>
        <a:bodyPr/>
        <a:lstStyle/>
        <a:p>
          <a:endParaRPr lang="pt-PT"/>
        </a:p>
      </dgm:t>
    </dgm:pt>
    <dgm:pt modelId="{BD649BCA-8E88-479A-8B41-A0560AD739E1}" type="pres">
      <dgm:prSet presAssocID="{370C13BE-D0EF-4131-A25C-0523B3FC6FC4}" presName="Name0" presStyleCnt="0">
        <dgm:presLayoutVars>
          <dgm:dir/>
          <dgm:resizeHandles val="exact"/>
        </dgm:presLayoutVars>
      </dgm:prSet>
      <dgm:spPr/>
    </dgm:pt>
    <dgm:pt modelId="{7D3EE3AD-BA3F-4CF0-802D-5B1BE7DDC3AB}" type="pres">
      <dgm:prSet presAssocID="{30980125-528C-4D2D-84EC-9BCD15083B01}" presName="node" presStyleLbl="node1" presStyleIdx="0" presStyleCnt="2">
        <dgm:presLayoutVars>
          <dgm:bulletEnabled val="1"/>
        </dgm:presLayoutVars>
      </dgm:prSet>
      <dgm:spPr/>
    </dgm:pt>
    <dgm:pt modelId="{6342DB7C-6502-4282-8F55-CEA5DAF7F531}" type="pres">
      <dgm:prSet presAssocID="{8C7976FB-C1E0-4BE1-B658-66CF93E16052}" presName="sibTrans" presStyleLbl="sibTrans2D1" presStyleIdx="0" presStyleCnt="1"/>
      <dgm:spPr/>
    </dgm:pt>
    <dgm:pt modelId="{55E35A24-B854-4CA0-B09D-02C8D435206A}" type="pres">
      <dgm:prSet presAssocID="{8C7976FB-C1E0-4BE1-B658-66CF93E16052}" presName="connectorText" presStyleLbl="sibTrans2D1" presStyleIdx="0" presStyleCnt="1"/>
      <dgm:spPr/>
    </dgm:pt>
    <dgm:pt modelId="{E3718E67-EB59-4A20-BDCF-38ABD85A6CCD}" type="pres">
      <dgm:prSet presAssocID="{E581F9AC-DC4A-4387-AA6C-97F83B7D4CC2}" presName="node" presStyleLbl="node1" presStyleIdx="1" presStyleCnt="2">
        <dgm:presLayoutVars>
          <dgm:bulletEnabled val="1"/>
        </dgm:presLayoutVars>
      </dgm:prSet>
      <dgm:spPr/>
    </dgm:pt>
  </dgm:ptLst>
  <dgm:cxnLst>
    <dgm:cxn modelId="{1FB39737-B652-4A63-BA03-4242A9B8350C}" type="presOf" srcId="{8C7976FB-C1E0-4BE1-B658-66CF93E16052}" destId="{6342DB7C-6502-4282-8F55-CEA5DAF7F531}" srcOrd="0" destOrd="0" presId="urn:microsoft.com/office/officeart/2005/8/layout/process1"/>
    <dgm:cxn modelId="{781F5842-895B-4F87-8A3A-2F4D78907BB9}" srcId="{370C13BE-D0EF-4131-A25C-0523B3FC6FC4}" destId="{E581F9AC-DC4A-4387-AA6C-97F83B7D4CC2}" srcOrd="1" destOrd="0" parTransId="{20230E0A-8E66-4FE5-AF44-C8AF48240745}" sibTransId="{B8788AD5-1DC1-46AD-8F88-A46A4DDF8C6F}"/>
    <dgm:cxn modelId="{82F39F51-1DB3-4C96-859A-1D264AA2577D}" type="presOf" srcId="{30980125-528C-4D2D-84EC-9BCD15083B01}" destId="{7D3EE3AD-BA3F-4CF0-802D-5B1BE7DDC3AB}" srcOrd="0" destOrd="0" presId="urn:microsoft.com/office/officeart/2005/8/layout/process1"/>
    <dgm:cxn modelId="{3139D59E-390D-4BA1-AE99-CEAE30D9E65A}" type="presOf" srcId="{370C13BE-D0EF-4131-A25C-0523B3FC6FC4}" destId="{BD649BCA-8E88-479A-8B41-A0560AD739E1}" srcOrd="0" destOrd="0" presId="urn:microsoft.com/office/officeart/2005/8/layout/process1"/>
    <dgm:cxn modelId="{1B1303B9-2838-4BF8-A9EE-3D57942F3BF6}" type="presOf" srcId="{E581F9AC-DC4A-4387-AA6C-97F83B7D4CC2}" destId="{E3718E67-EB59-4A20-BDCF-38ABD85A6CCD}" srcOrd="0" destOrd="0" presId="urn:microsoft.com/office/officeart/2005/8/layout/process1"/>
    <dgm:cxn modelId="{424C16C6-AB26-4525-AC52-9065E845BC42}" type="presOf" srcId="{8C7976FB-C1E0-4BE1-B658-66CF93E16052}" destId="{55E35A24-B854-4CA0-B09D-02C8D435206A}" srcOrd="1" destOrd="0" presId="urn:microsoft.com/office/officeart/2005/8/layout/process1"/>
    <dgm:cxn modelId="{A61628FC-E8F6-455A-833E-BB5079CD63C1}" srcId="{370C13BE-D0EF-4131-A25C-0523B3FC6FC4}" destId="{30980125-528C-4D2D-84EC-9BCD15083B01}" srcOrd="0" destOrd="0" parTransId="{C8A737DC-70BD-4E35-963C-427B89234A52}" sibTransId="{8C7976FB-C1E0-4BE1-B658-66CF93E16052}"/>
    <dgm:cxn modelId="{8A09AE43-0BEC-419F-BA51-1F2FA36873D3}" type="presParOf" srcId="{BD649BCA-8E88-479A-8B41-A0560AD739E1}" destId="{7D3EE3AD-BA3F-4CF0-802D-5B1BE7DDC3AB}" srcOrd="0" destOrd="0" presId="urn:microsoft.com/office/officeart/2005/8/layout/process1"/>
    <dgm:cxn modelId="{9A028157-EF36-480F-B9DE-228C03A4CB47}" type="presParOf" srcId="{BD649BCA-8E88-479A-8B41-A0560AD739E1}" destId="{6342DB7C-6502-4282-8F55-CEA5DAF7F531}" srcOrd="1" destOrd="0" presId="urn:microsoft.com/office/officeart/2005/8/layout/process1"/>
    <dgm:cxn modelId="{52862E4A-6845-4153-97C3-28CD1414856C}" type="presParOf" srcId="{6342DB7C-6502-4282-8F55-CEA5DAF7F531}" destId="{55E35A24-B854-4CA0-B09D-02C8D435206A}" srcOrd="0" destOrd="0" presId="urn:microsoft.com/office/officeart/2005/8/layout/process1"/>
    <dgm:cxn modelId="{8274EBE4-7D46-490C-AA28-17973E163612}" type="presParOf" srcId="{BD649BCA-8E88-479A-8B41-A0560AD739E1}" destId="{E3718E67-EB59-4A20-BDCF-38ABD85A6CCD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58709CE7-109E-49EF-AFE6-F73F7DCFAE92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492E4A4D-4153-40BF-BA5F-59E71277BD7A}">
      <dgm:prSet phldrT="[Texto]" custT="1"/>
      <dgm:spPr/>
      <dgm:t>
        <a:bodyPr/>
        <a:lstStyle/>
        <a:p>
          <a:r>
            <a:rPr lang="pt-PT" sz="4000" dirty="0"/>
            <a:t>Avaliação(formativa, sumativa, Criterial, normativa)</a:t>
          </a:r>
        </a:p>
      </dgm:t>
    </dgm:pt>
    <dgm:pt modelId="{8D7C3EA9-B88C-47B8-AAD9-950E1E229F5A}" type="parTrans" cxnId="{5463208C-EB45-428F-B4DB-FC734D8C2D59}">
      <dgm:prSet/>
      <dgm:spPr/>
      <dgm:t>
        <a:bodyPr/>
        <a:lstStyle/>
        <a:p>
          <a:endParaRPr lang="pt-PT"/>
        </a:p>
      </dgm:t>
    </dgm:pt>
    <dgm:pt modelId="{0CA0E0C3-2765-4F1B-A1D9-5A03A8838457}" type="sibTrans" cxnId="{5463208C-EB45-428F-B4DB-FC734D8C2D59}">
      <dgm:prSet/>
      <dgm:spPr/>
      <dgm:t>
        <a:bodyPr/>
        <a:lstStyle/>
        <a:p>
          <a:endParaRPr lang="pt-PT"/>
        </a:p>
      </dgm:t>
    </dgm:pt>
    <dgm:pt modelId="{25F6099F-FBEB-4D59-89BE-EB92F7DE355E}">
      <dgm:prSet phldrT="[Texto]"/>
      <dgm:spPr/>
      <dgm:t>
        <a:bodyPr/>
        <a:lstStyle/>
        <a:p>
          <a:r>
            <a:rPr lang="pt-PT" dirty="0"/>
            <a:t>Avaliam todas as áreas de saber:</a:t>
          </a:r>
        </a:p>
      </dgm:t>
    </dgm:pt>
    <dgm:pt modelId="{B67B8A22-0730-46C1-B09D-1E1EB864AE2D}" type="parTrans" cxnId="{518BD48C-0487-454E-9342-22FDE8DA1005}">
      <dgm:prSet/>
      <dgm:spPr/>
      <dgm:t>
        <a:bodyPr/>
        <a:lstStyle/>
        <a:p>
          <a:endParaRPr lang="pt-PT"/>
        </a:p>
      </dgm:t>
    </dgm:pt>
    <dgm:pt modelId="{F17FF9F6-C025-4E31-8602-C431CDE666FA}" type="sibTrans" cxnId="{518BD48C-0487-454E-9342-22FDE8DA1005}">
      <dgm:prSet/>
      <dgm:spPr/>
      <dgm:t>
        <a:bodyPr/>
        <a:lstStyle/>
        <a:p>
          <a:endParaRPr lang="pt-PT"/>
        </a:p>
      </dgm:t>
    </dgm:pt>
    <dgm:pt modelId="{1EC46969-1CC6-496C-8D03-6F4B3FC9BE28}">
      <dgm:prSet phldrT="[Texto]"/>
      <dgm:spPr/>
      <dgm:t>
        <a:bodyPr/>
        <a:lstStyle/>
        <a:p>
          <a:r>
            <a:rPr lang="pt-PT" dirty="0"/>
            <a:t>Saber –Saber</a:t>
          </a:r>
        </a:p>
        <a:p>
          <a:r>
            <a:rPr lang="pt-PT" dirty="0"/>
            <a:t> Saber- Fazer </a:t>
          </a:r>
        </a:p>
        <a:p>
          <a:r>
            <a:rPr lang="pt-PT" dirty="0"/>
            <a:t>Saber - Ser</a:t>
          </a:r>
        </a:p>
      </dgm:t>
    </dgm:pt>
    <dgm:pt modelId="{6C7EE3EC-6E9E-4691-84A7-DB53136E7211}" type="parTrans" cxnId="{272E8A25-94FC-4EB7-BB24-67C8851DCB98}">
      <dgm:prSet/>
      <dgm:spPr/>
      <dgm:t>
        <a:bodyPr/>
        <a:lstStyle/>
        <a:p>
          <a:endParaRPr lang="pt-PT"/>
        </a:p>
      </dgm:t>
    </dgm:pt>
    <dgm:pt modelId="{D6583E20-3671-4473-8DB9-C50014C6C6B7}" type="sibTrans" cxnId="{272E8A25-94FC-4EB7-BB24-67C8851DCB98}">
      <dgm:prSet/>
      <dgm:spPr/>
      <dgm:t>
        <a:bodyPr/>
        <a:lstStyle/>
        <a:p>
          <a:endParaRPr lang="pt-PT"/>
        </a:p>
      </dgm:t>
    </dgm:pt>
    <dgm:pt modelId="{60B35D0F-4257-467E-B644-B56E3F833389}" type="pres">
      <dgm:prSet presAssocID="{58709CE7-109E-49EF-AFE6-F73F7DCFAE92}" presName="Name0" presStyleCnt="0">
        <dgm:presLayoutVars>
          <dgm:dir/>
          <dgm:resizeHandles val="exact"/>
        </dgm:presLayoutVars>
      </dgm:prSet>
      <dgm:spPr/>
    </dgm:pt>
    <dgm:pt modelId="{6F877DA7-EA38-4001-BC7A-167A28276925}" type="pres">
      <dgm:prSet presAssocID="{492E4A4D-4153-40BF-BA5F-59E71277BD7A}" presName="node" presStyleLbl="node1" presStyleIdx="0" presStyleCnt="3">
        <dgm:presLayoutVars>
          <dgm:bulletEnabled val="1"/>
        </dgm:presLayoutVars>
      </dgm:prSet>
      <dgm:spPr/>
    </dgm:pt>
    <dgm:pt modelId="{E8462985-0647-41B4-92AE-611BF1E5937A}" type="pres">
      <dgm:prSet presAssocID="{0CA0E0C3-2765-4F1B-A1D9-5A03A8838457}" presName="sibTrans" presStyleLbl="sibTrans2D1" presStyleIdx="0" presStyleCnt="2"/>
      <dgm:spPr/>
    </dgm:pt>
    <dgm:pt modelId="{95D027C9-982C-4958-94DF-FA4F1AFE4587}" type="pres">
      <dgm:prSet presAssocID="{0CA0E0C3-2765-4F1B-A1D9-5A03A8838457}" presName="connectorText" presStyleLbl="sibTrans2D1" presStyleIdx="0" presStyleCnt="2"/>
      <dgm:spPr/>
    </dgm:pt>
    <dgm:pt modelId="{8FA17A4E-8299-4976-8536-A48B6F74A4CE}" type="pres">
      <dgm:prSet presAssocID="{25F6099F-FBEB-4D59-89BE-EB92F7DE355E}" presName="node" presStyleLbl="node1" presStyleIdx="1" presStyleCnt="3">
        <dgm:presLayoutVars>
          <dgm:bulletEnabled val="1"/>
        </dgm:presLayoutVars>
      </dgm:prSet>
      <dgm:spPr/>
    </dgm:pt>
    <dgm:pt modelId="{6F8F53E7-44AD-4070-91F0-A7130A1C748E}" type="pres">
      <dgm:prSet presAssocID="{F17FF9F6-C025-4E31-8602-C431CDE666FA}" presName="sibTrans" presStyleLbl="sibTrans2D1" presStyleIdx="1" presStyleCnt="2"/>
      <dgm:spPr/>
    </dgm:pt>
    <dgm:pt modelId="{51C61E2D-6255-4B5C-BD22-4B169A11C0B5}" type="pres">
      <dgm:prSet presAssocID="{F17FF9F6-C025-4E31-8602-C431CDE666FA}" presName="connectorText" presStyleLbl="sibTrans2D1" presStyleIdx="1" presStyleCnt="2"/>
      <dgm:spPr/>
    </dgm:pt>
    <dgm:pt modelId="{F5BD6F47-F6EA-4D5F-B8B7-F55EF8DC8360}" type="pres">
      <dgm:prSet presAssocID="{1EC46969-1CC6-496C-8D03-6F4B3FC9BE28}" presName="node" presStyleLbl="node1" presStyleIdx="2" presStyleCnt="3" custScaleX="113499">
        <dgm:presLayoutVars>
          <dgm:bulletEnabled val="1"/>
        </dgm:presLayoutVars>
      </dgm:prSet>
      <dgm:spPr/>
    </dgm:pt>
  </dgm:ptLst>
  <dgm:cxnLst>
    <dgm:cxn modelId="{272E8A25-94FC-4EB7-BB24-67C8851DCB98}" srcId="{58709CE7-109E-49EF-AFE6-F73F7DCFAE92}" destId="{1EC46969-1CC6-496C-8D03-6F4B3FC9BE28}" srcOrd="2" destOrd="0" parTransId="{6C7EE3EC-6E9E-4691-84A7-DB53136E7211}" sibTransId="{D6583E20-3671-4473-8DB9-C50014C6C6B7}"/>
    <dgm:cxn modelId="{02E08926-C2D1-4A09-82BD-2D38E247EBFB}" type="presOf" srcId="{0CA0E0C3-2765-4F1B-A1D9-5A03A8838457}" destId="{95D027C9-982C-4958-94DF-FA4F1AFE4587}" srcOrd="1" destOrd="0" presId="urn:microsoft.com/office/officeart/2005/8/layout/process1"/>
    <dgm:cxn modelId="{08924539-1FC4-435D-9242-5979027AB68E}" type="presOf" srcId="{0CA0E0C3-2765-4F1B-A1D9-5A03A8838457}" destId="{E8462985-0647-41B4-92AE-611BF1E5937A}" srcOrd="0" destOrd="0" presId="urn:microsoft.com/office/officeart/2005/8/layout/process1"/>
    <dgm:cxn modelId="{845A603B-6493-40C6-8E2C-0C158E606679}" type="presOf" srcId="{F17FF9F6-C025-4E31-8602-C431CDE666FA}" destId="{6F8F53E7-44AD-4070-91F0-A7130A1C748E}" srcOrd="0" destOrd="0" presId="urn:microsoft.com/office/officeart/2005/8/layout/process1"/>
    <dgm:cxn modelId="{94A1463F-CBB6-4ABF-85E2-615D863FF8DB}" type="presOf" srcId="{58709CE7-109E-49EF-AFE6-F73F7DCFAE92}" destId="{60B35D0F-4257-467E-B644-B56E3F833389}" srcOrd="0" destOrd="0" presId="urn:microsoft.com/office/officeart/2005/8/layout/process1"/>
    <dgm:cxn modelId="{44C65546-56CD-4831-9755-76FCF1F838BD}" type="presOf" srcId="{25F6099F-FBEB-4D59-89BE-EB92F7DE355E}" destId="{8FA17A4E-8299-4976-8536-A48B6F74A4CE}" srcOrd="0" destOrd="0" presId="urn:microsoft.com/office/officeart/2005/8/layout/process1"/>
    <dgm:cxn modelId="{5463208C-EB45-428F-B4DB-FC734D8C2D59}" srcId="{58709CE7-109E-49EF-AFE6-F73F7DCFAE92}" destId="{492E4A4D-4153-40BF-BA5F-59E71277BD7A}" srcOrd="0" destOrd="0" parTransId="{8D7C3EA9-B88C-47B8-AAD9-950E1E229F5A}" sibTransId="{0CA0E0C3-2765-4F1B-A1D9-5A03A8838457}"/>
    <dgm:cxn modelId="{518BD48C-0487-454E-9342-22FDE8DA1005}" srcId="{58709CE7-109E-49EF-AFE6-F73F7DCFAE92}" destId="{25F6099F-FBEB-4D59-89BE-EB92F7DE355E}" srcOrd="1" destOrd="0" parTransId="{B67B8A22-0730-46C1-B09D-1E1EB864AE2D}" sibTransId="{F17FF9F6-C025-4E31-8602-C431CDE666FA}"/>
    <dgm:cxn modelId="{DEC575C6-6546-46F8-95C3-15E54C175F52}" type="presOf" srcId="{1EC46969-1CC6-496C-8D03-6F4B3FC9BE28}" destId="{F5BD6F47-F6EA-4D5F-B8B7-F55EF8DC8360}" srcOrd="0" destOrd="0" presId="urn:microsoft.com/office/officeart/2005/8/layout/process1"/>
    <dgm:cxn modelId="{DC024EFC-BFF4-4ECC-8058-2848653A301D}" type="presOf" srcId="{F17FF9F6-C025-4E31-8602-C431CDE666FA}" destId="{51C61E2D-6255-4B5C-BD22-4B169A11C0B5}" srcOrd="1" destOrd="0" presId="urn:microsoft.com/office/officeart/2005/8/layout/process1"/>
    <dgm:cxn modelId="{98CDE3FE-FE9E-4205-9290-BAD61F1C5F9E}" type="presOf" srcId="{492E4A4D-4153-40BF-BA5F-59E71277BD7A}" destId="{6F877DA7-EA38-4001-BC7A-167A28276925}" srcOrd="0" destOrd="0" presId="urn:microsoft.com/office/officeart/2005/8/layout/process1"/>
    <dgm:cxn modelId="{BC68777C-6D48-4B32-9617-56224C71343C}" type="presParOf" srcId="{60B35D0F-4257-467E-B644-B56E3F833389}" destId="{6F877DA7-EA38-4001-BC7A-167A28276925}" srcOrd="0" destOrd="0" presId="urn:microsoft.com/office/officeart/2005/8/layout/process1"/>
    <dgm:cxn modelId="{6BB1247F-5DDF-429F-9E3E-9512CC902DE5}" type="presParOf" srcId="{60B35D0F-4257-467E-B644-B56E3F833389}" destId="{E8462985-0647-41B4-92AE-611BF1E5937A}" srcOrd="1" destOrd="0" presId="urn:microsoft.com/office/officeart/2005/8/layout/process1"/>
    <dgm:cxn modelId="{2BCA2DC3-20A9-4E8B-AE63-2266BF32A608}" type="presParOf" srcId="{E8462985-0647-41B4-92AE-611BF1E5937A}" destId="{95D027C9-982C-4958-94DF-FA4F1AFE4587}" srcOrd="0" destOrd="0" presId="urn:microsoft.com/office/officeart/2005/8/layout/process1"/>
    <dgm:cxn modelId="{810D5512-CE3F-48FB-855A-8034E8ED1066}" type="presParOf" srcId="{60B35D0F-4257-467E-B644-B56E3F833389}" destId="{8FA17A4E-8299-4976-8536-A48B6F74A4CE}" srcOrd="2" destOrd="0" presId="urn:microsoft.com/office/officeart/2005/8/layout/process1"/>
    <dgm:cxn modelId="{E683826B-48AE-47F6-BD6B-BED77D567F68}" type="presParOf" srcId="{60B35D0F-4257-467E-B644-B56E3F833389}" destId="{6F8F53E7-44AD-4070-91F0-A7130A1C748E}" srcOrd="3" destOrd="0" presId="urn:microsoft.com/office/officeart/2005/8/layout/process1"/>
    <dgm:cxn modelId="{B352D69E-8DF7-4ED8-97CE-C59F863F0407}" type="presParOf" srcId="{6F8F53E7-44AD-4070-91F0-A7130A1C748E}" destId="{51C61E2D-6255-4B5C-BD22-4B169A11C0B5}" srcOrd="0" destOrd="0" presId="urn:microsoft.com/office/officeart/2005/8/layout/process1"/>
    <dgm:cxn modelId="{0D75582E-90F2-446D-A80F-7BFF93BD2592}" type="presParOf" srcId="{60B35D0F-4257-467E-B644-B56E3F833389}" destId="{F5BD6F47-F6EA-4D5F-B8B7-F55EF8DC836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C89689E0-B58C-487A-A7F1-2260937A316A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1B062D10-B205-40EF-9CF3-FCDBEC59545A}">
      <dgm:prSet phldrT="[Texto]"/>
      <dgm:spPr/>
      <dgm:t>
        <a:bodyPr/>
        <a:lstStyle/>
        <a:p>
          <a:r>
            <a:rPr lang="pt-PT" dirty="0"/>
            <a:t>Condução Defensiva</a:t>
          </a:r>
        </a:p>
      </dgm:t>
    </dgm:pt>
    <dgm:pt modelId="{08B195AF-0838-4B7B-A30B-239CFF8C6084}" type="parTrans" cxnId="{6B594742-4633-4958-A736-5811B4A315DA}">
      <dgm:prSet/>
      <dgm:spPr/>
      <dgm:t>
        <a:bodyPr/>
        <a:lstStyle/>
        <a:p>
          <a:endParaRPr lang="pt-PT"/>
        </a:p>
      </dgm:t>
    </dgm:pt>
    <dgm:pt modelId="{8B426735-B50B-486D-8EB8-493BE8011B3A}" type="sibTrans" cxnId="{6B594742-4633-4958-A736-5811B4A315DA}">
      <dgm:prSet/>
      <dgm:spPr/>
      <dgm:t>
        <a:bodyPr/>
        <a:lstStyle/>
        <a:p>
          <a:endParaRPr lang="pt-PT"/>
        </a:p>
      </dgm:t>
    </dgm:pt>
    <dgm:pt modelId="{8CED905E-B9D3-43BD-80DC-2A4289C66554}">
      <dgm:prSet phldrT="[Texto]"/>
      <dgm:spPr/>
      <dgm:t>
        <a:bodyPr/>
        <a:lstStyle/>
        <a:p>
          <a:r>
            <a:rPr lang="pt-PT" dirty="0"/>
            <a:t>Atitude</a:t>
          </a:r>
        </a:p>
      </dgm:t>
    </dgm:pt>
    <dgm:pt modelId="{6E01C8FE-B7D9-4C89-96CB-C315DBE37059}" type="parTrans" cxnId="{C29E5F27-87A0-4F71-A69E-5EAD4A5B1086}">
      <dgm:prSet/>
      <dgm:spPr/>
      <dgm:t>
        <a:bodyPr/>
        <a:lstStyle/>
        <a:p>
          <a:endParaRPr lang="pt-PT"/>
        </a:p>
      </dgm:t>
    </dgm:pt>
    <dgm:pt modelId="{E6A5490F-6D51-4F19-8C7A-3A6712CCBB9E}" type="sibTrans" cxnId="{C29E5F27-87A0-4F71-A69E-5EAD4A5B1086}">
      <dgm:prSet/>
      <dgm:spPr/>
      <dgm:t>
        <a:bodyPr/>
        <a:lstStyle/>
        <a:p>
          <a:endParaRPr lang="pt-PT"/>
        </a:p>
      </dgm:t>
    </dgm:pt>
    <dgm:pt modelId="{ABFC9850-B61D-4454-801E-030508F9CA87}" type="pres">
      <dgm:prSet presAssocID="{C89689E0-B58C-487A-A7F1-2260937A316A}" presName="Name0" presStyleCnt="0">
        <dgm:presLayoutVars>
          <dgm:dir/>
          <dgm:resizeHandles val="exact"/>
        </dgm:presLayoutVars>
      </dgm:prSet>
      <dgm:spPr/>
    </dgm:pt>
    <dgm:pt modelId="{52BBE88E-AE99-49EE-B152-9DD2AE2935D2}" type="pres">
      <dgm:prSet presAssocID="{1B062D10-B205-40EF-9CF3-FCDBEC59545A}" presName="node" presStyleLbl="node1" presStyleIdx="0" presStyleCnt="2">
        <dgm:presLayoutVars>
          <dgm:bulletEnabled val="1"/>
        </dgm:presLayoutVars>
      </dgm:prSet>
      <dgm:spPr/>
    </dgm:pt>
    <dgm:pt modelId="{01946F95-D913-41E5-A2EA-E03BC7AE658C}" type="pres">
      <dgm:prSet presAssocID="{8B426735-B50B-486D-8EB8-493BE8011B3A}" presName="sibTrans" presStyleLbl="sibTrans2D1" presStyleIdx="0" presStyleCnt="1"/>
      <dgm:spPr/>
    </dgm:pt>
    <dgm:pt modelId="{178C1724-8F96-4991-95C6-F71467DDC57C}" type="pres">
      <dgm:prSet presAssocID="{8B426735-B50B-486D-8EB8-493BE8011B3A}" presName="connectorText" presStyleLbl="sibTrans2D1" presStyleIdx="0" presStyleCnt="1"/>
      <dgm:spPr/>
    </dgm:pt>
    <dgm:pt modelId="{4F14AFA3-AEAF-4B15-8211-987635892678}" type="pres">
      <dgm:prSet presAssocID="{8CED905E-B9D3-43BD-80DC-2A4289C66554}" presName="node" presStyleLbl="node1" presStyleIdx="1" presStyleCnt="2">
        <dgm:presLayoutVars>
          <dgm:bulletEnabled val="1"/>
        </dgm:presLayoutVars>
      </dgm:prSet>
      <dgm:spPr/>
    </dgm:pt>
  </dgm:ptLst>
  <dgm:cxnLst>
    <dgm:cxn modelId="{9F1B7025-BEC5-4EF8-9D97-B759ADADD5A0}" type="presOf" srcId="{8B426735-B50B-486D-8EB8-493BE8011B3A}" destId="{178C1724-8F96-4991-95C6-F71467DDC57C}" srcOrd="1" destOrd="0" presId="urn:microsoft.com/office/officeart/2005/8/layout/process1"/>
    <dgm:cxn modelId="{C29E5F27-87A0-4F71-A69E-5EAD4A5B1086}" srcId="{C89689E0-B58C-487A-A7F1-2260937A316A}" destId="{8CED905E-B9D3-43BD-80DC-2A4289C66554}" srcOrd="1" destOrd="0" parTransId="{6E01C8FE-B7D9-4C89-96CB-C315DBE37059}" sibTransId="{E6A5490F-6D51-4F19-8C7A-3A6712CCBB9E}"/>
    <dgm:cxn modelId="{8D7D685E-1A94-4D5E-AA92-BFE20BDE182C}" type="presOf" srcId="{C89689E0-B58C-487A-A7F1-2260937A316A}" destId="{ABFC9850-B61D-4454-801E-030508F9CA87}" srcOrd="0" destOrd="0" presId="urn:microsoft.com/office/officeart/2005/8/layout/process1"/>
    <dgm:cxn modelId="{6B594742-4633-4958-A736-5811B4A315DA}" srcId="{C89689E0-B58C-487A-A7F1-2260937A316A}" destId="{1B062D10-B205-40EF-9CF3-FCDBEC59545A}" srcOrd="0" destOrd="0" parTransId="{08B195AF-0838-4B7B-A30B-239CFF8C6084}" sibTransId="{8B426735-B50B-486D-8EB8-493BE8011B3A}"/>
    <dgm:cxn modelId="{7A4B8773-B794-41D9-9F99-11218832C783}" type="presOf" srcId="{8CED905E-B9D3-43BD-80DC-2A4289C66554}" destId="{4F14AFA3-AEAF-4B15-8211-987635892678}" srcOrd="0" destOrd="0" presId="urn:microsoft.com/office/officeart/2005/8/layout/process1"/>
    <dgm:cxn modelId="{1B3E7FCA-34A5-45DE-9C62-CED9321A2A65}" type="presOf" srcId="{8B426735-B50B-486D-8EB8-493BE8011B3A}" destId="{01946F95-D913-41E5-A2EA-E03BC7AE658C}" srcOrd="0" destOrd="0" presId="urn:microsoft.com/office/officeart/2005/8/layout/process1"/>
    <dgm:cxn modelId="{259548F9-FF21-44D0-8B4D-92EA05C76D50}" type="presOf" srcId="{1B062D10-B205-40EF-9CF3-FCDBEC59545A}" destId="{52BBE88E-AE99-49EE-B152-9DD2AE2935D2}" srcOrd="0" destOrd="0" presId="urn:microsoft.com/office/officeart/2005/8/layout/process1"/>
    <dgm:cxn modelId="{34AE9247-4F62-4C3B-BF85-D7055C4D48F6}" type="presParOf" srcId="{ABFC9850-B61D-4454-801E-030508F9CA87}" destId="{52BBE88E-AE99-49EE-B152-9DD2AE2935D2}" srcOrd="0" destOrd="0" presId="urn:microsoft.com/office/officeart/2005/8/layout/process1"/>
    <dgm:cxn modelId="{B383FE6B-C4FD-4691-9C85-8615BBDF4307}" type="presParOf" srcId="{ABFC9850-B61D-4454-801E-030508F9CA87}" destId="{01946F95-D913-41E5-A2EA-E03BC7AE658C}" srcOrd="1" destOrd="0" presId="urn:microsoft.com/office/officeart/2005/8/layout/process1"/>
    <dgm:cxn modelId="{AB4D4C1D-3BFF-469B-9E09-A50BC26FC1F0}" type="presParOf" srcId="{01946F95-D913-41E5-A2EA-E03BC7AE658C}" destId="{178C1724-8F96-4991-95C6-F71467DDC57C}" srcOrd="0" destOrd="0" presId="urn:microsoft.com/office/officeart/2005/8/layout/process1"/>
    <dgm:cxn modelId="{B7D76272-F0CC-4C7B-8E02-6B48CD9F2637}" type="presParOf" srcId="{ABFC9850-B61D-4454-801E-030508F9CA87}" destId="{4F14AFA3-AEAF-4B15-8211-987635892678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D4DE96F1-1250-472E-A381-5DE710CDE396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F0F5C3E3-A78D-4D5A-AFF1-F9AF5BB8A4E1}">
      <dgm:prSet phldrT="[Texto]"/>
      <dgm:spPr/>
      <dgm:t>
        <a:bodyPr/>
        <a:lstStyle/>
        <a:p>
          <a:r>
            <a:rPr lang="pt-PT" dirty="0"/>
            <a:t>Condução Defensiva</a:t>
          </a:r>
        </a:p>
      </dgm:t>
    </dgm:pt>
    <dgm:pt modelId="{569E0595-02E4-48BE-BC2C-E97833C7C0DF}" type="parTrans" cxnId="{4D2CFD3F-49CE-48B2-8687-3A0E117AD7FC}">
      <dgm:prSet/>
      <dgm:spPr/>
      <dgm:t>
        <a:bodyPr/>
        <a:lstStyle/>
        <a:p>
          <a:endParaRPr lang="pt-PT"/>
        </a:p>
      </dgm:t>
    </dgm:pt>
    <dgm:pt modelId="{78C1AAFC-4336-43FD-867C-8DCAB3EA478D}" type="sibTrans" cxnId="{4D2CFD3F-49CE-48B2-8687-3A0E117AD7FC}">
      <dgm:prSet/>
      <dgm:spPr/>
      <dgm:t>
        <a:bodyPr/>
        <a:lstStyle/>
        <a:p>
          <a:endParaRPr lang="pt-PT"/>
        </a:p>
      </dgm:t>
    </dgm:pt>
    <dgm:pt modelId="{CCD2EE3D-7DE2-47F5-91D6-3C4E60BE0C3F}">
      <dgm:prSet phldrT="[Texto]"/>
      <dgm:spPr/>
      <dgm:t>
        <a:bodyPr/>
        <a:lstStyle/>
        <a:p>
          <a:r>
            <a:rPr lang="pt-PT" dirty="0"/>
            <a:t>Antecipação e Previsão</a:t>
          </a:r>
        </a:p>
      </dgm:t>
    </dgm:pt>
    <dgm:pt modelId="{0E1E472D-3549-4388-BFF3-47E6A3D1247A}" type="parTrans" cxnId="{53C78358-484E-4478-90C2-C1E86F928C86}">
      <dgm:prSet/>
      <dgm:spPr/>
      <dgm:t>
        <a:bodyPr/>
        <a:lstStyle/>
        <a:p>
          <a:endParaRPr lang="pt-PT"/>
        </a:p>
      </dgm:t>
    </dgm:pt>
    <dgm:pt modelId="{C3E1AAC5-F7AF-4BC0-95BA-A10B3D9CA580}" type="sibTrans" cxnId="{53C78358-484E-4478-90C2-C1E86F928C86}">
      <dgm:prSet/>
      <dgm:spPr/>
      <dgm:t>
        <a:bodyPr/>
        <a:lstStyle/>
        <a:p>
          <a:endParaRPr lang="pt-PT"/>
        </a:p>
      </dgm:t>
    </dgm:pt>
    <dgm:pt modelId="{A5B6E2A2-D460-431C-86DD-4E29C1A0F816}" type="pres">
      <dgm:prSet presAssocID="{D4DE96F1-1250-472E-A381-5DE710CDE396}" presName="Name0" presStyleCnt="0">
        <dgm:presLayoutVars>
          <dgm:dir/>
          <dgm:resizeHandles val="exact"/>
        </dgm:presLayoutVars>
      </dgm:prSet>
      <dgm:spPr/>
    </dgm:pt>
    <dgm:pt modelId="{F287CD4D-DCCF-4376-9E50-D89B9E1ED27E}" type="pres">
      <dgm:prSet presAssocID="{F0F5C3E3-A78D-4D5A-AFF1-F9AF5BB8A4E1}" presName="node" presStyleLbl="node1" presStyleIdx="0" presStyleCnt="2">
        <dgm:presLayoutVars>
          <dgm:bulletEnabled val="1"/>
        </dgm:presLayoutVars>
      </dgm:prSet>
      <dgm:spPr/>
    </dgm:pt>
    <dgm:pt modelId="{1B274ACA-15BE-4237-9F1E-E5BEEE335710}" type="pres">
      <dgm:prSet presAssocID="{78C1AAFC-4336-43FD-867C-8DCAB3EA478D}" presName="sibTrans" presStyleLbl="sibTrans2D1" presStyleIdx="0" presStyleCnt="1"/>
      <dgm:spPr/>
    </dgm:pt>
    <dgm:pt modelId="{ED353D3E-A189-4E2B-A5A9-36CC4DD530E3}" type="pres">
      <dgm:prSet presAssocID="{78C1AAFC-4336-43FD-867C-8DCAB3EA478D}" presName="connectorText" presStyleLbl="sibTrans2D1" presStyleIdx="0" presStyleCnt="1"/>
      <dgm:spPr/>
    </dgm:pt>
    <dgm:pt modelId="{D9613744-1755-4165-BA55-A71278B09185}" type="pres">
      <dgm:prSet presAssocID="{CCD2EE3D-7DE2-47F5-91D6-3C4E60BE0C3F}" presName="node" presStyleLbl="node1" presStyleIdx="1" presStyleCnt="2">
        <dgm:presLayoutVars>
          <dgm:bulletEnabled val="1"/>
        </dgm:presLayoutVars>
      </dgm:prSet>
      <dgm:spPr/>
    </dgm:pt>
  </dgm:ptLst>
  <dgm:cxnLst>
    <dgm:cxn modelId="{5BF69500-6501-4423-B384-121CF3D944D3}" type="presOf" srcId="{78C1AAFC-4336-43FD-867C-8DCAB3EA478D}" destId="{ED353D3E-A189-4E2B-A5A9-36CC4DD530E3}" srcOrd="1" destOrd="0" presId="urn:microsoft.com/office/officeart/2005/8/layout/process1"/>
    <dgm:cxn modelId="{4D2CFD3F-49CE-48B2-8687-3A0E117AD7FC}" srcId="{D4DE96F1-1250-472E-A381-5DE710CDE396}" destId="{F0F5C3E3-A78D-4D5A-AFF1-F9AF5BB8A4E1}" srcOrd="0" destOrd="0" parTransId="{569E0595-02E4-48BE-BC2C-E97833C7C0DF}" sibTransId="{78C1AAFC-4336-43FD-867C-8DCAB3EA478D}"/>
    <dgm:cxn modelId="{1D1E6B60-CCD0-417F-B74A-D3BE2DC5809B}" type="presOf" srcId="{CCD2EE3D-7DE2-47F5-91D6-3C4E60BE0C3F}" destId="{D9613744-1755-4165-BA55-A71278B09185}" srcOrd="0" destOrd="0" presId="urn:microsoft.com/office/officeart/2005/8/layout/process1"/>
    <dgm:cxn modelId="{53C78358-484E-4478-90C2-C1E86F928C86}" srcId="{D4DE96F1-1250-472E-A381-5DE710CDE396}" destId="{CCD2EE3D-7DE2-47F5-91D6-3C4E60BE0C3F}" srcOrd="1" destOrd="0" parTransId="{0E1E472D-3549-4388-BFF3-47E6A3D1247A}" sibTransId="{C3E1AAC5-F7AF-4BC0-95BA-A10B3D9CA580}"/>
    <dgm:cxn modelId="{16FA12A4-49BD-4AB2-B8A3-2AF260AE3108}" type="presOf" srcId="{D4DE96F1-1250-472E-A381-5DE710CDE396}" destId="{A5B6E2A2-D460-431C-86DD-4E29C1A0F816}" srcOrd="0" destOrd="0" presId="urn:microsoft.com/office/officeart/2005/8/layout/process1"/>
    <dgm:cxn modelId="{A56CA2BE-B8B4-4738-8E3D-18D53FD5D9E3}" type="presOf" srcId="{78C1AAFC-4336-43FD-867C-8DCAB3EA478D}" destId="{1B274ACA-15BE-4237-9F1E-E5BEEE335710}" srcOrd="0" destOrd="0" presId="urn:microsoft.com/office/officeart/2005/8/layout/process1"/>
    <dgm:cxn modelId="{77CC28FB-C5EC-4B23-9F54-D373A8B1FEC0}" type="presOf" srcId="{F0F5C3E3-A78D-4D5A-AFF1-F9AF5BB8A4E1}" destId="{F287CD4D-DCCF-4376-9E50-D89B9E1ED27E}" srcOrd="0" destOrd="0" presId="urn:microsoft.com/office/officeart/2005/8/layout/process1"/>
    <dgm:cxn modelId="{C2C7C10C-3072-4947-BD76-384257BE33D2}" type="presParOf" srcId="{A5B6E2A2-D460-431C-86DD-4E29C1A0F816}" destId="{F287CD4D-DCCF-4376-9E50-D89B9E1ED27E}" srcOrd="0" destOrd="0" presId="urn:microsoft.com/office/officeart/2005/8/layout/process1"/>
    <dgm:cxn modelId="{50953228-F432-48CC-9BB1-3CFBCCDAD184}" type="presParOf" srcId="{A5B6E2A2-D460-431C-86DD-4E29C1A0F816}" destId="{1B274ACA-15BE-4237-9F1E-E5BEEE335710}" srcOrd="1" destOrd="0" presId="urn:microsoft.com/office/officeart/2005/8/layout/process1"/>
    <dgm:cxn modelId="{5F583954-4BAD-4B4F-97FB-260E56602AA4}" type="presParOf" srcId="{1B274ACA-15BE-4237-9F1E-E5BEEE335710}" destId="{ED353D3E-A189-4E2B-A5A9-36CC4DD530E3}" srcOrd="0" destOrd="0" presId="urn:microsoft.com/office/officeart/2005/8/layout/process1"/>
    <dgm:cxn modelId="{458830C4-7292-461E-8753-C29EEC1A0BB1}" type="presParOf" srcId="{A5B6E2A2-D460-431C-86DD-4E29C1A0F816}" destId="{D9613744-1755-4165-BA55-A71278B0918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4CE14965-C5C8-44C3-8F05-B64140DAB8B7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C0D4D305-50CA-4961-951F-93CCC49BFB79}">
      <dgm:prSet phldrT="[Texto]"/>
      <dgm:spPr/>
      <dgm:t>
        <a:bodyPr/>
        <a:lstStyle/>
        <a:p>
          <a:r>
            <a:rPr lang="pt-PT" dirty="0"/>
            <a:t>Sessões curtas e pouco espaçadas</a:t>
          </a:r>
        </a:p>
      </dgm:t>
    </dgm:pt>
    <dgm:pt modelId="{E48B469D-7664-4DC7-BBE0-178903229B38}" type="parTrans" cxnId="{E7399F2B-3E50-4BF8-886B-F6E27841C45A}">
      <dgm:prSet/>
      <dgm:spPr/>
      <dgm:t>
        <a:bodyPr/>
        <a:lstStyle/>
        <a:p>
          <a:endParaRPr lang="pt-PT"/>
        </a:p>
      </dgm:t>
    </dgm:pt>
    <dgm:pt modelId="{B643DBEA-439F-4FFE-8088-E10CA963C2C5}" type="sibTrans" cxnId="{E7399F2B-3E50-4BF8-886B-F6E27841C45A}">
      <dgm:prSet/>
      <dgm:spPr/>
      <dgm:t>
        <a:bodyPr/>
        <a:lstStyle/>
        <a:p>
          <a:endParaRPr lang="pt-PT"/>
        </a:p>
      </dgm:t>
    </dgm:pt>
    <dgm:pt modelId="{7FAD38E6-3533-4ADE-BC50-2F2056E4FC23}">
      <dgm:prSet phldrT="[Texto]"/>
      <dgm:spPr/>
      <dgm:t>
        <a:bodyPr/>
        <a:lstStyle/>
        <a:p>
          <a:r>
            <a:rPr lang="pt-PT" dirty="0"/>
            <a:t>Aprendizagem distribuída</a:t>
          </a:r>
        </a:p>
      </dgm:t>
    </dgm:pt>
    <dgm:pt modelId="{7B2C4C2A-5496-447E-A178-9AFA48036E05}" type="parTrans" cxnId="{17241A45-F337-4783-8032-149CBFAA888C}">
      <dgm:prSet/>
      <dgm:spPr/>
      <dgm:t>
        <a:bodyPr/>
        <a:lstStyle/>
        <a:p>
          <a:endParaRPr lang="pt-PT"/>
        </a:p>
      </dgm:t>
    </dgm:pt>
    <dgm:pt modelId="{82D3D39A-EFC7-4195-BBA1-45910D90E5F8}" type="sibTrans" cxnId="{17241A45-F337-4783-8032-149CBFAA888C}">
      <dgm:prSet/>
      <dgm:spPr/>
      <dgm:t>
        <a:bodyPr/>
        <a:lstStyle/>
        <a:p>
          <a:endParaRPr lang="pt-PT"/>
        </a:p>
      </dgm:t>
    </dgm:pt>
    <dgm:pt modelId="{44CC11DE-A8AE-4D1B-846F-C88BEC45343A}" type="pres">
      <dgm:prSet presAssocID="{4CE14965-C5C8-44C3-8F05-B64140DAB8B7}" presName="Name0" presStyleCnt="0">
        <dgm:presLayoutVars>
          <dgm:dir/>
          <dgm:resizeHandles val="exact"/>
        </dgm:presLayoutVars>
      </dgm:prSet>
      <dgm:spPr/>
    </dgm:pt>
    <dgm:pt modelId="{3D3A08A6-BE3E-4B17-B2DB-AA0E0355965A}" type="pres">
      <dgm:prSet presAssocID="{C0D4D305-50CA-4961-951F-93CCC49BFB79}" presName="node" presStyleLbl="node1" presStyleIdx="0" presStyleCnt="2">
        <dgm:presLayoutVars>
          <dgm:bulletEnabled val="1"/>
        </dgm:presLayoutVars>
      </dgm:prSet>
      <dgm:spPr/>
    </dgm:pt>
    <dgm:pt modelId="{795B21ED-FA69-436F-A718-5C13E82118D6}" type="pres">
      <dgm:prSet presAssocID="{B643DBEA-439F-4FFE-8088-E10CA963C2C5}" presName="sibTrans" presStyleLbl="sibTrans2D1" presStyleIdx="0" presStyleCnt="1"/>
      <dgm:spPr/>
    </dgm:pt>
    <dgm:pt modelId="{975D3BBD-1844-4448-BA8C-3D46C7C4564B}" type="pres">
      <dgm:prSet presAssocID="{B643DBEA-439F-4FFE-8088-E10CA963C2C5}" presName="connectorText" presStyleLbl="sibTrans2D1" presStyleIdx="0" presStyleCnt="1"/>
      <dgm:spPr/>
    </dgm:pt>
    <dgm:pt modelId="{96384D75-DB45-4346-A6F6-FE4392F7DE55}" type="pres">
      <dgm:prSet presAssocID="{7FAD38E6-3533-4ADE-BC50-2F2056E4FC23}" presName="node" presStyleLbl="node1" presStyleIdx="1" presStyleCnt="2">
        <dgm:presLayoutVars>
          <dgm:bulletEnabled val="1"/>
        </dgm:presLayoutVars>
      </dgm:prSet>
      <dgm:spPr/>
    </dgm:pt>
  </dgm:ptLst>
  <dgm:cxnLst>
    <dgm:cxn modelId="{24E94A00-B8C2-4505-9457-D7EF459DBBDC}" type="presOf" srcId="{B643DBEA-439F-4FFE-8088-E10CA963C2C5}" destId="{795B21ED-FA69-436F-A718-5C13E82118D6}" srcOrd="0" destOrd="0" presId="urn:microsoft.com/office/officeart/2005/8/layout/process1"/>
    <dgm:cxn modelId="{E7399F2B-3E50-4BF8-886B-F6E27841C45A}" srcId="{4CE14965-C5C8-44C3-8F05-B64140DAB8B7}" destId="{C0D4D305-50CA-4961-951F-93CCC49BFB79}" srcOrd="0" destOrd="0" parTransId="{E48B469D-7664-4DC7-BBE0-178903229B38}" sibTransId="{B643DBEA-439F-4FFE-8088-E10CA963C2C5}"/>
    <dgm:cxn modelId="{17241A45-F337-4783-8032-149CBFAA888C}" srcId="{4CE14965-C5C8-44C3-8F05-B64140DAB8B7}" destId="{7FAD38E6-3533-4ADE-BC50-2F2056E4FC23}" srcOrd="1" destOrd="0" parTransId="{7B2C4C2A-5496-447E-A178-9AFA48036E05}" sibTransId="{82D3D39A-EFC7-4195-BBA1-45910D90E5F8}"/>
    <dgm:cxn modelId="{C79EB370-5787-404E-B253-3B4E0AC03004}" type="presOf" srcId="{B643DBEA-439F-4FFE-8088-E10CA963C2C5}" destId="{975D3BBD-1844-4448-BA8C-3D46C7C4564B}" srcOrd="1" destOrd="0" presId="urn:microsoft.com/office/officeart/2005/8/layout/process1"/>
    <dgm:cxn modelId="{1182FC72-D6D0-44D5-BDC6-C04A01F79BA1}" type="presOf" srcId="{4CE14965-C5C8-44C3-8F05-B64140DAB8B7}" destId="{44CC11DE-A8AE-4D1B-846F-C88BEC45343A}" srcOrd="0" destOrd="0" presId="urn:microsoft.com/office/officeart/2005/8/layout/process1"/>
    <dgm:cxn modelId="{5DDBBC7D-A289-41EA-A766-B3790EB45D55}" type="presOf" srcId="{C0D4D305-50CA-4961-951F-93CCC49BFB79}" destId="{3D3A08A6-BE3E-4B17-B2DB-AA0E0355965A}" srcOrd="0" destOrd="0" presId="urn:microsoft.com/office/officeart/2005/8/layout/process1"/>
    <dgm:cxn modelId="{86962AD3-467F-4E9D-B148-C7A4E20B8026}" type="presOf" srcId="{7FAD38E6-3533-4ADE-BC50-2F2056E4FC23}" destId="{96384D75-DB45-4346-A6F6-FE4392F7DE55}" srcOrd="0" destOrd="0" presId="urn:microsoft.com/office/officeart/2005/8/layout/process1"/>
    <dgm:cxn modelId="{C665CCEE-7480-4716-A06F-819D287CEC24}" type="presParOf" srcId="{44CC11DE-A8AE-4D1B-846F-C88BEC45343A}" destId="{3D3A08A6-BE3E-4B17-B2DB-AA0E0355965A}" srcOrd="0" destOrd="0" presId="urn:microsoft.com/office/officeart/2005/8/layout/process1"/>
    <dgm:cxn modelId="{8F694DD4-090C-4204-9225-C5F2E57989FD}" type="presParOf" srcId="{44CC11DE-A8AE-4D1B-846F-C88BEC45343A}" destId="{795B21ED-FA69-436F-A718-5C13E82118D6}" srcOrd="1" destOrd="0" presId="urn:microsoft.com/office/officeart/2005/8/layout/process1"/>
    <dgm:cxn modelId="{F068FE34-FF62-41FC-820F-AF91BE76B1FC}" type="presParOf" srcId="{795B21ED-FA69-436F-A718-5C13E82118D6}" destId="{975D3BBD-1844-4448-BA8C-3D46C7C4564B}" srcOrd="0" destOrd="0" presId="urn:microsoft.com/office/officeart/2005/8/layout/process1"/>
    <dgm:cxn modelId="{F5E2C4CC-1255-43D5-9C30-A40CD5B8E21A}" type="presParOf" srcId="{44CC11DE-A8AE-4D1B-846F-C88BEC45343A}" destId="{96384D75-DB45-4346-A6F6-FE4392F7DE55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BA493668-B986-4CE6-A62D-FC6BAB5A327D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6B280798-40FA-481C-B881-A60A091841D9}">
      <dgm:prSet phldrT="[Texto]"/>
      <dgm:spPr/>
      <dgm:t>
        <a:bodyPr/>
        <a:lstStyle/>
        <a:p>
          <a:r>
            <a:rPr lang="pt-PT" dirty="0"/>
            <a:t>Sessões mais longas e mais espaçadas no tempo</a:t>
          </a:r>
        </a:p>
      </dgm:t>
    </dgm:pt>
    <dgm:pt modelId="{4B75B39A-8D5A-4D29-BCA6-052466606DF7}" type="parTrans" cxnId="{D3FCA904-69D3-4FCE-A012-C013DE567612}">
      <dgm:prSet/>
      <dgm:spPr/>
      <dgm:t>
        <a:bodyPr/>
        <a:lstStyle/>
        <a:p>
          <a:endParaRPr lang="pt-PT"/>
        </a:p>
      </dgm:t>
    </dgm:pt>
    <dgm:pt modelId="{A0C884FE-8D2F-4D5B-B675-3F8F325F74CB}" type="sibTrans" cxnId="{D3FCA904-69D3-4FCE-A012-C013DE567612}">
      <dgm:prSet/>
      <dgm:spPr/>
      <dgm:t>
        <a:bodyPr/>
        <a:lstStyle/>
        <a:p>
          <a:endParaRPr lang="pt-PT"/>
        </a:p>
      </dgm:t>
    </dgm:pt>
    <dgm:pt modelId="{03BDABB6-0FA0-4493-8672-FE4609D7B3A8}">
      <dgm:prSet phldrT="[Texto]"/>
      <dgm:spPr/>
      <dgm:t>
        <a:bodyPr/>
        <a:lstStyle/>
        <a:p>
          <a:r>
            <a:rPr lang="pt-PT" dirty="0"/>
            <a:t>Aprendizagem maciça</a:t>
          </a:r>
        </a:p>
      </dgm:t>
    </dgm:pt>
    <dgm:pt modelId="{668B5731-04C8-410E-93A2-84E5C8A8932F}" type="parTrans" cxnId="{83BD9D7E-2E8C-4A4A-A7C5-754A70613091}">
      <dgm:prSet/>
      <dgm:spPr/>
      <dgm:t>
        <a:bodyPr/>
        <a:lstStyle/>
        <a:p>
          <a:endParaRPr lang="pt-PT"/>
        </a:p>
      </dgm:t>
    </dgm:pt>
    <dgm:pt modelId="{1F39B24B-E801-40A5-8453-CC082932D388}" type="sibTrans" cxnId="{83BD9D7E-2E8C-4A4A-A7C5-754A70613091}">
      <dgm:prSet/>
      <dgm:spPr/>
      <dgm:t>
        <a:bodyPr/>
        <a:lstStyle/>
        <a:p>
          <a:endParaRPr lang="pt-PT"/>
        </a:p>
      </dgm:t>
    </dgm:pt>
    <dgm:pt modelId="{DB6454E6-BB6C-4956-926E-CE08A503EDEC}" type="pres">
      <dgm:prSet presAssocID="{BA493668-B986-4CE6-A62D-FC6BAB5A327D}" presName="Name0" presStyleCnt="0">
        <dgm:presLayoutVars>
          <dgm:dir/>
          <dgm:resizeHandles val="exact"/>
        </dgm:presLayoutVars>
      </dgm:prSet>
      <dgm:spPr/>
    </dgm:pt>
    <dgm:pt modelId="{61FC750B-529A-447F-9B74-A44DF81D607F}" type="pres">
      <dgm:prSet presAssocID="{6B280798-40FA-481C-B881-A60A091841D9}" presName="node" presStyleLbl="node1" presStyleIdx="0" presStyleCnt="2">
        <dgm:presLayoutVars>
          <dgm:bulletEnabled val="1"/>
        </dgm:presLayoutVars>
      </dgm:prSet>
      <dgm:spPr/>
    </dgm:pt>
    <dgm:pt modelId="{7F2579DA-E584-4E3F-AABC-227BF150E6F9}" type="pres">
      <dgm:prSet presAssocID="{A0C884FE-8D2F-4D5B-B675-3F8F325F74CB}" presName="sibTrans" presStyleLbl="sibTrans2D1" presStyleIdx="0" presStyleCnt="1"/>
      <dgm:spPr/>
    </dgm:pt>
    <dgm:pt modelId="{F833CDD3-E610-485B-990B-814F504BAF40}" type="pres">
      <dgm:prSet presAssocID="{A0C884FE-8D2F-4D5B-B675-3F8F325F74CB}" presName="connectorText" presStyleLbl="sibTrans2D1" presStyleIdx="0" presStyleCnt="1"/>
      <dgm:spPr/>
    </dgm:pt>
    <dgm:pt modelId="{5AFEDBB9-531C-4CB6-9172-7E977B62E9CD}" type="pres">
      <dgm:prSet presAssocID="{03BDABB6-0FA0-4493-8672-FE4609D7B3A8}" presName="node" presStyleLbl="node1" presStyleIdx="1" presStyleCnt="2">
        <dgm:presLayoutVars>
          <dgm:bulletEnabled val="1"/>
        </dgm:presLayoutVars>
      </dgm:prSet>
      <dgm:spPr/>
    </dgm:pt>
  </dgm:ptLst>
  <dgm:cxnLst>
    <dgm:cxn modelId="{7696BA00-DA30-4B97-9734-A68D950AA48A}" type="presOf" srcId="{03BDABB6-0FA0-4493-8672-FE4609D7B3A8}" destId="{5AFEDBB9-531C-4CB6-9172-7E977B62E9CD}" srcOrd="0" destOrd="0" presId="urn:microsoft.com/office/officeart/2005/8/layout/process1"/>
    <dgm:cxn modelId="{D3FCA904-69D3-4FCE-A012-C013DE567612}" srcId="{BA493668-B986-4CE6-A62D-FC6BAB5A327D}" destId="{6B280798-40FA-481C-B881-A60A091841D9}" srcOrd="0" destOrd="0" parTransId="{4B75B39A-8D5A-4D29-BCA6-052466606DF7}" sibTransId="{A0C884FE-8D2F-4D5B-B675-3F8F325F74CB}"/>
    <dgm:cxn modelId="{83BD9D7E-2E8C-4A4A-A7C5-754A70613091}" srcId="{BA493668-B986-4CE6-A62D-FC6BAB5A327D}" destId="{03BDABB6-0FA0-4493-8672-FE4609D7B3A8}" srcOrd="1" destOrd="0" parTransId="{668B5731-04C8-410E-93A2-84E5C8A8932F}" sibTransId="{1F39B24B-E801-40A5-8453-CC082932D388}"/>
    <dgm:cxn modelId="{D2EC3A96-457C-455F-82BD-60B8F1FFC352}" type="presOf" srcId="{A0C884FE-8D2F-4D5B-B675-3F8F325F74CB}" destId="{7F2579DA-E584-4E3F-AABC-227BF150E6F9}" srcOrd="0" destOrd="0" presId="urn:microsoft.com/office/officeart/2005/8/layout/process1"/>
    <dgm:cxn modelId="{625766A6-4B03-447F-B2CE-53A7CBC56CAD}" type="presOf" srcId="{6B280798-40FA-481C-B881-A60A091841D9}" destId="{61FC750B-529A-447F-9B74-A44DF81D607F}" srcOrd="0" destOrd="0" presId="urn:microsoft.com/office/officeart/2005/8/layout/process1"/>
    <dgm:cxn modelId="{129265EF-505A-482F-9DBC-024FDE7863D2}" type="presOf" srcId="{BA493668-B986-4CE6-A62D-FC6BAB5A327D}" destId="{DB6454E6-BB6C-4956-926E-CE08A503EDEC}" srcOrd="0" destOrd="0" presId="urn:microsoft.com/office/officeart/2005/8/layout/process1"/>
    <dgm:cxn modelId="{19D74CFE-83EE-4E4F-A370-8F33B8EB9753}" type="presOf" srcId="{A0C884FE-8D2F-4D5B-B675-3F8F325F74CB}" destId="{F833CDD3-E610-485B-990B-814F504BAF40}" srcOrd="1" destOrd="0" presId="urn:microsoft.com/office/officeart/2005/8/layout/process1"/>
    <dgm:cxn modelId="{D34CDE2D-08CA-4CC4-97BC-D95C9FE14C6A}" type="presParOf" srcId="{DB6454E6-BB6C-4956-926E-CE08A503EDEC}" destId="{61FC750B-529A-447F-9B74-A44DF81D607F}" srcOrd="0" destOrd="0" presId="urn:microsoft.com/office/officeart/2005/8/layout/process1"/>
    <dgm:cxn modelId="{DDEE5642-E90F-4A90-A0A4-912124D79DEA}" type="presParOf" srcId="{DB6454E6-BB6C-4956-926E-CE08A503EDEC}" destId="{7F2579DA-E584-4E3F-AABC-227BF150E6F9}" srcOrd="1" destOrd="0" presId="urn:microsoft.com/office/officeart/2005/8/layout/process1"/>
    <dgm:cxn modelId="{9B0DD0CF-0B3E-4A59-9AED-D036594D7119}" type="presParOf" srcId="{7F2579DA-E584-4E3F-AABC-227BF150E6F9}" destId="{F833CDD3-E610-485B-990B-814F504BAF40}" srcOrd="0" destOrd="0" presId="urn:microsoft.com/office/officeart/2005/8/layout/process1"/>
    <dgm:cxn modelId="{1ED22845-A321-4D56-A431-904DEC7A47CA}" type="presParOf" srcId="{DB6454E6-BB6C-4956-926E-CE08A503EDEC}" destId="{5AFEDBB9-531C-4CB6-9172-7E977B62E9CD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60BF29A2-36FF-4BA7-89BB-7E4BF81457DE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00C631DF-2406-4746-9382-996ACE4B3FBE}">
      <dgm:prSet phldrT="[Texto]"/>
      <dgm:spPr/>
      <dgm:t>
        <a:bodyPr/>
        <a:lstStyle/>
        <a:p>
          <a:r>
            <a:rPr lang="pt-PT" dirty="0"/>
            <a:t>Tempo de Reação</a:t>
          </a:r>
        </a:p>
      </dgm:t>
    </dgm:pt>
    <dgm:pt modelId="{E6027527-55BB-4B08-9747-7A2C2F3DD254}" type="parTrans" cxnId="{335FF2AC-4E52-4EFD-8ABF-962925D8A4F1}">
      <dgm:prSet/>
      <dgm:spPr/>
      <dgm:t>
        <a:bodyPr/>
        <a:lstStyle/>
        <a:p>
          <a:endParaRPr lang="pt-PT"/>
        </a:p>
      </dgm:t>
    </dgm:pt>
    <dgm:pt modelId="{2AD39CD1-E767-46E8-B24F-BA5BDA6B5337}" type="sibTrans" cxnId="{335FF2AC-4E52-4EFD-8ABF-962925D8A4F1}">
      <dgm:prSet/>
      <dgm:spPr/>
      <dgm:t>
        <a:bodyPr/>
        <a:lstStyle/>
        <a:p>
          <a:endParaRPr lang="pt-PT"/>
        </a:p>
      </dgm:t>
    </dgm:pt>
    <dgm:pt modelId="{DEA487CF-481E-4341-A8FC-2C66F500A085}">
      <dgm:prSet phldrT="[Texto]"/>
      <dgm:spPr/>
      <dgm:t>
        <a:bodyPr/>
        <a:lstStyle/>
        <a:p>
          <a:r>
            <a:rPr lang="pt-PT" dirty="0"/>
            <a:t>Fatores Internos</a:t>
          </a:r>
        </a:p>
      </dgm:t>
    </dgm:pt>
    <dgm:pt modelId="{EC32C566-87CF-47DD-B59E-2AF97D124CD7}" type="parTrans" cxnId="{AC91846B-D08F-4D50-A281-DBAE1DFFC3C7}">
      <dgm:prSet/>
      <dgm:spPr/>
      <dgm:t>
        <a:bodyPr/>
        <a:lstStyle/>
        <a:p>
          <a:endParaRPr lang="pt-PT"/>
        </a:p>
      </dgm:t>
    </dgm:pt>
    <dgm:pt modelId="{BA9FA893-DAA3-485B-8202-29B6D7F8C4B9}" type="sibTrans" cxnId="{AC91846B-D08F-4D50-A281-DBAE1DFFC3C7}">
      <dgm:prSet/>
      <dgm:spPr/>
      <dgm:t>
        <a:bodyPr/>
        <a:lstStyle/>
        <a:p>
          <a:endParaRPr lang="pt-PT"/>
        </a:p>
      </dgm:t>
    </dgm:pt>
    <dgm:pt modelId="{3903B22E-56C3-4CBF-8D74-0DEFA5DF80AD}" type="pres">
      <dgm:prSet presAssocID="{60BF29A2-36FF-4BA7-89BB-7E4BF81457DE}" presName="Name0" presStyleCnt="0">
        <dgm:presLayoutVars>
          <dgm:dir/>
          <dgm:resizeHandles val="exact"/>
        </dgm:presLayoutVars>
      </dgm:prSet>
      <dgm:spPr/>
    </dgm:pt>
    <dgm:pt modelId="{A882893B-FC84-4367-A4B1-58A020C4ADCA}" type="pres">
      <dgm:prSet presAssocID="{00C631DF-2406-4746-9382-996ACE4B3FBE}" presName="node" presStyleLbl="node1" presStyleIdx="0" presStyleCnt="2">
        <dgm:presLayoutVars>
          <dgm:bulletEnabled val="1"/>
        </dgm:presLayoutVars>
      </dgm:prSet>
      <dgm:spPr/>
    </dgm:pt>
    <dgm:pt modelId="{2F9FEAC1-C8F4-4896-99FD-B063CAF5E44B}" type="pres">
      <dgm:prSet presAssocID="{2AD39CD1-E767-46E8-B24F-BA5BDA6B5337}" presName="sibTrans" presStyleLbl="sibTrans2D1" presStyleIdx="0" presStyleCnt="1"/>
      <dgm:spPr/>
    </dgm:pt>
    <dgm:pt modelId="{820EEFFA-6F53-47BA-AA99-1C20DEAA8582}" type="pres">
      <dgm:prSet presAssocID="{2AD39CD1-E767-46E8-B24F-BA5BDA6B5337}" presName="connectorText" presStyleLbl="sibTrans2D1" presStyleIdx="0" presStyleCnt="1"/>
      <dgm:spPr/>
    </dgm:pt>
    <dgm:pt modelId="{FA0546BC-8BC5-4AB6-A1A7-24697D4439B8}" type="pres">
      <dgm:prSet presAssocID="{DEA487CF-481E-4341-A8FC-2C66F500A085}" presName="node" presStyleLbl="node1" presStyleIdx="1" presStyleCnt="2">
        <dgm:presLayoutVars>
          <dgm:bulletEnabled val="1"/>
        </dgm:presLayoutVars>
      </dgm:prSet>
      <dgm:spPr/>
    </dgm:pt>
  </dgm:ptLst>
  <dgm:cxnLst>
    <dgm:cxn modelId="{BD883611-7AFB-48D8-8769-C43B6ECBD84C}" type="presOf" srcId="{60BF29A2-36FF-4BA7-89BB-7E4BF81457DE}" destId="{3903B22E-56C3-4CBF-8D74-0DEFA5DF80AD}" srcOrd="0" destOrd="0" presId="urn:microsoft.com/office/officeart/2005/8/layout/process1"/>
    <dgm:cxn modelId="{AC91846B-D08F-4D50-A281-DBAE1DFFC3C7}" srcId="{60BF29A2-36FF-4BA7-89BB-7E4BF81457DE}" destId="{DEA487CF-481E-4341-A8FC-2C66F500A085}" srcOrd="1" destOrd="0" parTransId="{EC32C566-87CF-47DD-B59E-2AF97D124CD7}" sibTransId="{BA9FA893-DAA3-485B-8202-29B6D7F8C4B9}"/>
    <dgm:cxn modelId="{0AE76D9B-32A5-485D-A55E-A96EBD474300}" type="presOf" srcId="{2AD39CD1-E767-46E8-B24F-BA5BDA6B5337}" destId="{2F9FEAC1-C8F4-4896-99FD-B063CAF5E44B}" srcOrd="0" destOrd="0" presId="urn:microsoft.com/office/officeart/2005/8/layout/process1"/>
    <dgm:cxn modelId="{335FF2AC-4E52-4EFD-8ABF-962925D8A4F1}" srcId="{60BF29A2-36FF-4BA7-89BB-7E4BF81457DE}" destId="{00C631DF-2406-4746-9382-996ACE4B3FBE}" srcOrd="0" destOrd="0" parTransId="{E6027527-55BB-4B08-9747-7A2C2F3DD254}" sibTransId="{2AD39CD1-E767-46E8-B24F-BA5BDA6B5337}"/>
    <dgm:cxn modelId="{B486E4B9-0ACD-428B-BDCE-AE7AD3922A51}" type="presOf" srcId="{2AD39CD1-E767-46E8-B24F-BA5BDA6B5337}" destId="{820EEFFA-6F53-47BA-AA99-1C20DEAA8582}" srcOrd="1" destOrd="0" presId="urn:microsoft.com/office/officeart/2005/8/layout/process1"/>
    <dgm:cxn modelId="{108A4BDC-6748-40E0-AC63-380798A21B4F}" type="presOf" srcId="{DEA487CF-481E-4341-A8FC-2C66F500A085}" destId="{FA0546BC-8BC5-4AB6-A1A7-24697D4439B8}" srcOrd="0" destOrd="0" presId="urn:microsoft.com/office/officeart/2005/8/layout/process1"/>
    <dgm:cxn modelId="{AC0C84E0-000A-4487-ABD8-CB9FC72198A9}" type="presOf" srcId="{00C631DF-2406-4746-9382-996ACE4B3FBE}" destId="{A882893B-FC84-4367-A4B1-58A020C4ADCA}" srcOrd="0" destOrd="0" presId="urn:microsoft.com/office/officeart/2005/8/layout/process1"/>
    <dgm:cxn modelId="{AC2B7F1B-46F7-423E-90B6-A873409AB09C}" type="presParOf" srcId="{3903B22E-56C3-4CBF-8D74-0DEFA5DF80AD}" destId="{A882893B-FC84-4367-A4B1-58A020C4ADCA}" srcOrd="0" destOrd="0" presId="urn:microsoft.com/office/officeart/2005/8/layout/process1"/>
    <dgm:cxn modelId="{A710EF8A-3131-477B-9858-F0384E5014F5}" type="presParOf" srcId="{3903B22E-56C3-4CBF-8D74-0DEFA5DF80AD}" destId="{2F9FEAC1-C8F4-4896-99FD-B063CAF5E44B}" srcOrd="1" destOrd="0" presId="urn:microsoft.com/office/officeart/2005/8/layout/process1"/>
    <dgm:cxn modelId="{17D892E8-9603-460E-841A-A0D77048C95D}" type="presParOf" srcId="{2F9FEAC1-C8F4-4896-99FD-B063CAF5E44B}" destId="{820EEFFA-6F53-47BA-AA99-1C20DEAA8582}" srcOrd="0" destOrd="0" presId="urn:microsoft.com/office/officeart/2005/8/layout/process1"/>
    <dgm:cxn modelId="{46828B1E-1725-4766-BBCE-243FCE6DF45F}" type="presParOf" srcId="{3903B22E-56C3-4CBF-8D74-0DEFA5DF80AD}" destId="{FA0546BC-8BC5-4AB6-A1A7-24697D4439B8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616930CF-D197-4401-BA9F-85DC3A3B5B97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EA1CFEB1-8D4B-4190-8CD0-89DDB504A225}">
      <dgm:prSet phldrT="[Texto]"/>
      <dgm:spPr/>
      <dgm:t>
        <a:bodyPr/>
        <a:lstStyle/>
        <a:p>
          <a:r>
            <a:rPr lang="pt-PT" dirty="0"/>
            <a:t>Distância de reação</a:t>
          </a:r>
        </a:p>
      </dgm:t>
    </dgm:pt>
    <dgm:pt modelId="{3F52548D-BCC7-4EBD-BAB4-AAC447A8CF2F}" type="parTrans" cxnId="{429E171B-B1F4-456F-BF2B-2D8D28EEAAE0}">
      <dgm:prSet/>
      <dgm:spPr/>
      <dgm:t>
        <a:bodyPr/>
        <a:lstStyle/>
        <a:p>
          <a:endParaRPr lang="pt-PT"/>
        </a:p>
      </dgm:t>
    </dgm:pt>
    <dgm:pt modelId="{D009B5E2-46A8-4289-A04B-06676A942D99}" type="sibTrans" cxnId="{429E171B-B1F4-456F-BF2B-2D8D28EEAAE0}">
      <dgm:prSet/>
      <dgm:spPr/>
      <dgm:t>
        <a:bodyPr/>
        <a:lstStyle/>
        <a:p>
          <a:endParaRPr lang="pt-PT"/>
        </a:p>
      </dgm:t>
    </dgm:pt>
    <dgm:pt modelId="{41F128AF-2BDD-4B63-A5CF-02E8D7CCE5B9}">
      <dgm:prSet phldrT="[Texto]"/>
      <dgm:spPr/>
      <dgm:t>
        <a:bodyPr/>
        <a:lstStyle/>
        <a:p>
          <a:r>
            <a:rPr lang="pt-PT" dirty="0"/>
            <a:t>Fatores Internos</a:t>
          </a:r>
        </a:p>
      </dgm:t>
    </dgm:pt>
    <dgm:pt modelId="{193EF1F0-84A5-4CA8-9C4E-AFCA4057829B}" type="parTrans" cxnId="{EF9DA643-58FB-450D-BB9C-49956EA7FD88}">
      <dgm:prSet/>
      <dgm:spPr/>
      <dgm:t>
        <a:bodyPr/>
        <a:lstStyle/>
        <a:p>
          <a:endParaRPr lang="pt-PT"/>
        </a:p>
      </dgm:t>
    </dgm:pt>
    <dgm:pt modelId="{E6B62561-D8EE-4E0E-8681-CC541950DB48}" type="sibTrans" cxnId="{EF9DA643-58FB-450D-BB9C-49956EA7FD88}">
      <dgm:prSet/>
      <dgm:spPr/>
      <dgm:t>
        <a:bodyPr/>
        <a:lstStyle/>
        <a:p>
          <a:endParaRPr lang="pt-PT"/>
        </a:p>
      </dgm:t>
    </dgm:pt>
    <dgm:pt modelId="{63C96BE0-F0B7-437D-A850-054A2C8D4956}" type="pres">
      <dgm:prSet presAssocID="{616930CF-D197-4401-BA9F-85DC3A3B5B97}" presName="Name0" presStyleCnt="0">
        <dgm:presLayoutVars>
          <dgm:dir/>
          <dgm:resizeHandles val="exact"/>
        </dgm:presLayoutVars>
      </dgm:prSet>
      <dgm:spPr/>
    </dgm:pt>
    <dgm:pt modelId="{9AAE884D-DE7E-4E4D-8D60-E36FD995B42C}" type="pres">
      <dgm:prSet presAssocID="{EA1CFEB1-8D4B-4190-8CD0-89DDB504A225}" presName="node" presStyleLbl="node1" presStyleIdx="0" presStyleCnt="2">
        <dgm:presLayoutVars>
          <dgm:bulletEnabled val="1"/>
        </dgm:presLayoutVars>
      </dgm:prSet>
      <dgm:spPr/>
    </dgm:pt>
    <dgm:pt modelId="{409C07C2-109A-487E-AD54-E71BC1B36F1B}" type="pres">
      <dgm:prSet presAssocID="{D009B5E2-46A8-4289-A04B-06676A942D99}" presName="sibTrans" presStyleLbl="sibTrans2D1" presStyleIdx="0" presStyleCnt="1"/>
      <dgm:spPr/>
    </dgm:pt>
    <dgm:pt modelId="{6B4CB781-6E18-44D1-B1AC-5854C5BA3A5D}" type="pres">
      <dgm:prSet presAssocID="{D009B5E2-46A8-4289-A04B-06676A942D99}" presName="connectorText" presStyleLbl="sibTrans2D1" presStyleIdx="0" presStyleCnt="1"/>
      <dgm:spPr/>
    </dgm:pt>
    <dgm:pt modelId="{AEA56F07-6541-409D-8805-C3557EF85AB1}" type="pres">
      <dgm:prSet presAssocID="{41F128AF-2BDD-4B63-A5CF-02E8D7CCE5B9}" presName="node" presStyleLbl="node1" presStyleIdx="1" presStyleCnt="2">
        <dgm:presLayoutVars>
          <dgm:bulletEnabled val="1"/>
        </dgm:presLayoutVars>
      </dgm:prSet>
      <dgm:spPr/>
    </dgm:pt>
  </dgm:ptLst>
  <dgm:cxnLst>
    <dgm:cxn modelId="{429E171B-B1F4-456F-BF2B-2D8D28EEAAE0}" srcId="{616930CF-D197-4401-BA9F-85DC3A3B5B97}" destId="{EA1CFEB1-8D4B-4190-8CD0-89DDB504A225}" srcOrd="0" destOrd="0" parTransId="{3F52548D-BCC7-4EBD-BAB4-AAC447A8CF2F}" sibTransId="{D009B5E2-46A8-4289-A04B-06676A942D99}"/>
    <dgm:cxn modelId="{EF9DA643-58FB-450D-BB9C-49956EA7FD88}" srcId="{616930CF-D197-4401-BA9F-85DC3A3B5B97}" destId="{41F128AF-2BDD-4B63-A5CF-02E8D7CCE5B9}" srcOrd="1" destOrd="0" parTransId="{193EF1F0-84A5-4CA8-9C4E-AFCA4057829B}" sibTransId="{E6B62561-D8EE-4E0E-8681-CC541950DB48}"/>
    <dgm:cxn modelId="{730F3150-8DE5-4785-8C21-C9AE0572E73E}" type="presOf" srcId="{D009B5E2-46A8-4289-A04B-06676A942D99}" destId="{6B4CB781-6E18-44D1-B1AC-5854C5BA3A5D}" srcOrd="1" destOrd="0" presId="urn:microsoft.com/office/officeart/2005/8/layout/process1"/>
    <dgm:cxn modelId="{481E1352-CE74-40DC-AF2E-B8B4BF40198A}" type="presOf" srcId="{EA1CFEB1-8D4B-4190-8CD0-89DDB504A225}" destId="{9AAE884D-DE7E-4E4D-8D60-E36FD995B42C}" srcOrd="0" destOrd="0" presId="urn:microsoft.com/office/officeart/2005/8/layout/process1"/>
    <dgm:cxn modelId="{C343FF8A-5963-4B74-AD1D-6832D3DB00D5}" type="presOf" srcId="{D009B5E2-46A8-4289-A04B-06676A942D99}" destId="{409C07C2-109A-487E-AD54-E71BC1B36F1B}" srcOrd="0" destOrd="0" presId="urn:microsoft.com/office/officeart/2005/8/layout/process1"/>
    <dgm:cxn modelId="{EDC28591-2059-4A5C-8409-A3B19D38283A}" type="presOf" srcId="{616930CF-D197-4401-BA9F-85DC3A3B5B97}" destId="{63C96BE0-F0B7-437D-A850-054A2C8D4956}" srcOrd="0" destOrd="0" presId="urn:microsoft.com/office/officeart/2005/8/layout/process1"/>
    <dgm:cxn modelId="{FF7B8DCF-1749-4DBA-A8FE-86A108C3940C}" type="presOf" srcId="{41F128AF-2BDD-4B63-A5CF-02E8D7CCE5B9}" destId="{AEA56F07-6541-409D-8805-C3557EF85AB1}" srcOrd="0" destOrd="0" presId="urn:microsoft.com/office/officeart/2005/8/layout/process1"/>
    <dgm:cxn modelId="{0CEA9D33-9B35-4577-9CA4-C053DB695683}" type="presParOf" srcId="{63C96BE0-F0B7-437D-A850-054A2C8D4956}" destId="{9AAE884D-DE7E-4E4D-8D60-E36FD995B42C}" srcOrd="0" destOrd="0" presId="urn:microsoft.com/office/officeart/2005/8/layout/process1"/>
    <dgm:cxn modelId="{C5F1802C-BD9B-4871-A432-1FF107E7ED0F}" type="presParOf" srcId="{63C96BE0-F0B7-437D-A850-054A2C8D4956}" destId="{409C07C2-109A-487E-AD54-E71BC1B36F1B}" srcOrd="1" destOrd="0" presId="urn:microsoft.com/office/officeart/2005/8/layout/process1"/>
    <dgm:cxn modelId="{434525B6-72FE-4F3A-ABF0-0A3C174558B4}" type="presParOf" srcId="{409C07C2-109A-487E-AD54-E71BC1B36F1B}" destId="{6B4CB781-6E18-44D1-B1AC-5854C5BA3A5D}" srcOrd="0" destOrd="0" presId="urn:microsoft.com/office/officeart/2005/8/layout/process1"/>
    <dgm:cxn modelId="{C9AAC700-36A0-4512-9378-CFA101A46216}" type="presParOf" srcId="{63C96BE0-F0B7-437D-A850-054A2C8D4956}" destId="{AEA56F07-6541-409D-8805-C3557EF85AB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F795C6A7-607E-4269-9AFF-425FBD6126E2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CAA96E56-81E3-4EF4-9816-0CC575110416}">
      <dgm:prSet phldrT="[Texto]"/>
      <dgm:spPr/>
      <dgm:t>
        <a:bodyPr/>
        <a:lstStyle/>
        <a:p>
          <a:r>
            <a:rPr lang="pt-PT" dirty="0"/>
            <a:t>Distância de travagem</a:t>
          </a:r>
        </a:p>
      </dgm:t>
    </dgm:pt>
    <dgm:pt modelId="{14EEE9CF-CEFA-47F6-94E0-A8565E18C2C1}" type="parTrans" cxnId="{F4AC5204-EBEE-45E8-BA05-A3526BCAFA8A}">
      <dgm:prSet/>
      <dgm:spPr/>
      <dgm:t>
        <a:bodyPr/>
        <a:lstStyle/>
        <a:p>
          <a:endParaRPr lang="pt-PT"/>
        </a:p>
      </dgm:t>
    </dgm:pt>
    <dgm:pt modelId="{117D62D3-DDD4-4217-B8C4-6B72657FA1F1}" type="sibTrans" cxnId="{F4AC5204-EBEE-45E8-BA05-A3526BCAFA8A}">
      <dgm:prSet/>
      <dgm:spPr/>
      <dgm:t>
        <a:bodyPr/>
        <a:lstStyle/>
        <a:p>
          <a:endParaRPr lang="pt-PT"/>
        </a:p>
      </dgm:t>
    </dgm:pt>
    <dgm:pt modelId="{30707755-C96B-4D39-8DE7-9B97CFD3228E}">
      <dgm:prSet phldrT="[Texto]"/>
      <dgm:spPr/>
      <dgm:t>
        <a:bodyPr/>
        <a:lstStyle/>
        <a:p>
          <a:r>
            <a:rPr lang="pt-PT" dirty="0"/>
            <a:t>Fatores Externos</a:t>
          </a:r>
        </a:p>
      </dgm:t>
    </dgm:pt>
    <dgm:pt modelId="{5FF7A370-961F-404E-916E-E7239F4E863A}" type="parTrans" cxnId="{302D96AE-C61A-43DC-B381-5789DDF91327}">
      <dgm:prSet/>
      <dgm:spPr/>
      <dgm:t>
        <a:bodyPr/>
        <a:lstStyle/>
        <a:p>
          <a:endParaRPr lang="pt-PT"/>
        </a:p>
      </dgm:t>
    </dgm:pt>
    <dgm:pt modelId="{B564F40C-2B1A-4F98-80FE-853BB4C78A57}" type="sibTrans" cxnId="{302D96AE-C61A-43DC-B381-5789DDF91327}">
      <dgm:prSet/>
      <dgm:spPr/>
      <dgm:t>
        <a:bodyPr/>
        <a:lstStyle/>
        <a:p>
          <a:endParaRPr lang="pt-PT"/>
        </a:p>
      </dgm:t>
    </dgm:pt>
    <dgm:pt modelId="{F075AE7F-0239-4691-9C26-CE3D218B2502}" type="pres">
      <dgm:prSet presAssocID="{F795C6A7-607E-4269-9AFF-425FBD6126E2}" presName="Name0" presStyleCnt="0">
        <dgm:presLayoutVars>
          <dgm:dir/>
          <dgm:resizeHandles val="exact"/>
        </dgm:presLayoutVars>
      </dgm:prSet>
      <dgm:spPr/>
    </dgm:pt>
    <dgm:pt modelId="{4606184B-FF0B-44A8-AE9F-2BA9EA401766}" type="pres">
      <dgm:prSet presAssocID="{CAA96E56-81E3-4EF4-9816-0CC575110416}" presName="node" presStyleLbl="node1" presStyleIdx="0" presStyleCnt="2">
        <dgm:presLayoutVars>
          <dgm:bulletEnabled val="1"/>
        </dgm:presLayoutVars>
      </dgm:prSet>
      <dgm:spPr/>
    </dgm:pt>
    <dgm:pt modelId="{1C4BB994-52D9-4BBE-B9CE-41F54D3546D5}" type="pres">
      <dgm:prSet presAssocID="{117D62D3-DDD4-4217-B8C4-6B72657FA1F1}" presName="sibTrans" presStyleLbl="sibTrans2D1" presStyleIdx="0" presStyleCnt="1"/>
      <dgm:spPr/>
    </dgm:pt>
    <dgm:pt modelId="{C78EB92E-7C79-486F-8C6D-B67A4C6BC686}" type="pres">
      <dgm:prSet presAssocID="{117D62D3-DDD4-4217-B8C4-6B72657FA1F1}" presName="connectorText" presStyleLbl="sibTrans2D1" presStyleIdx="0" presStyleCnt="1"/>
      <dgm:spPr/>
    </dgm:pt>
    <dgm:pt modelId="{E7267AB0-3FF1-46C6-A2D2-7934275702E3}" type="pres">
      <dgm:prSet presAssocID="{30707755-C96B-4D39-8DE7-9B97CFD3228E}" presName="node" presStyleLbl="node1" presStyleIdx="1" presStyleCnt="2">
        <dgm:presLayoutVars>
          <dgm:bulletEnabled val="1"/>
        </dgm:presLayoutVars>
      </dgm:prSet>
      <dgm:spPr/>
    </dgm:pt>
  </dgm:ptLst>
  <dgm:cxnLst>
    <dgm:cxn modelId="{F4AC5204-EBEE-45E8-BA05-A3526BCAFA8A}" srcId="{F795C6A7-607E-4269-9AFF-425FBD6126E2}" destId="{CAA96E56-81E3-4EF4-9816-0CC575110416}" srcOrd="0" destOrd="0" parTransId="{14EEE9CF-CEFA-47F6-94E0-A8565E18C2C1}" sibTransId="{117D62D3-DDD4-4217-B8C4-6B72657FA1F1}"/>
    <dgm:cxn modelId="{E27EFB0F-0838-44B4-8DE0-A24BE07EDA98}" type="presOf" srcId="{F795C6A7-607E-4269-9AFF-425FBD6126E2}" destId="{F075AE7F-0239-4691-9C26-CE3D218B2502}" srcOrd="0" destOrd="0" presId="urn:microsoft.com/office/officeart/2005/8/layout/process1"/>
    <dgm:cxn modelId="{8EDBBD29-FACA-45F6-878E-9F867F12FFA9}" type="presOf" srcId="{CAA96E56-81E3-4EF4-9816-0CC575110416}" destId="{4606184B-FF0B-44A8-AE9F-2BA9EA401766}" srcOrd="0" destOrd="0" presId="urn:microsoft.com/office/officeart/2005/8/layout/process1"/>
    <dgm:cxn modelId="{C4CC576D-956C-416F-AF02-DC04F745017C}" type="presOf" srcId="{30707755-C96B-4D39-8DE7-9B97CFD3228E}" destId="{E7267AB0-3FF1-46C6-A2D2-7934275702E3}" srcOrd="0" destOrd="0" presId="urn:microsoft.com/office/officeart/2005/8/layout/process1"/>
    <dgm:cxn modelId="{1D37CD81-2428-49EC-91DB-FB52089CA056}" type="presOf" srcId="{117D62D3-DDD4-4217-B8C4-6B72657FA1F1}" destId="{1C4BB994-52D9-4BBE-B9CE-41F54D3546D5}" srcOrd="0" destOrd="0" presId="urn:microsoft.com/office/officeart/2005/8/layout/process1"/>
    <dgm:cxn modelId="{302D96AE-C61A-43DC-B381-5789DDF91327}" srcId="{F795C6A7-607E-4269-9AFF-425FBD6126E2}" destId="{30707755-C96B-4D39-8DE7-9B97CFD3228E}" srcOrd="1" destOrd="0" parTransId="{5FF7A370-961F-404E-916E-E7239F4E863A}" sibTransId="{B564F40C-2B1A-4F98-80FE-853BB4C78A57}"/>
    <dgm:cxn modelId="{BD6711B4-1252-4732-90AE-9675F1D5F19D}" type="presOf" srcId="{117D62D3-DDD4-4217-B8C4-6B72657FA1F1}" destId="{C78EB92E-7C79-486F-8C6D-B67A4C6BC686}" srcOrd="1" destOrd="0" presId="urn:microsoft.com/office/officeart/2005/8/layout/process1"/>
    <dgm:cxn modelId="{0C4F4FBE-AD44-4F44-B8D4-EC052E7367B9}" type="presParOf" srcId="{F075AE7F-0239-4691-9C26-CE3D218B2502}" destId="{4606184B-FF0B-44A8-AE9F-2BA9EA401766}" srcOrd="0" destOrd="0" presId="urn:microsoft.com/office/officeart/2005/8/layout/process1"/>
    <dgm:cxn modelId="{D6FDC3FD-3DC2-48B3-B977-8329EA079A5C}" type="presParOf" srcId="{F075AE7F-0239-4691-9C26-CE3D218B2502}" destId="{1C4BB994-52D9-4BBE-B9CE-41F54D3546D5}" srcOrd="1" destOrd="0" presId="urn:microsoft.com/office/officeart/2005/8/layout/process1"/>
    <dgm:cxn modelId="{D14FD25B-5B37-4E4A-A917-C8593BA9680D}" type="presParOf" srcId="{1C4BB994-52D9-4BBE-B9CE-41F54D3546D5}" destId="{C78EB92E-7C79-486F-8C6D-B67A4C6BC686}" srcOrd="0" destOrd="0" presId="urn:microsoft.com/office/officeart/2005/8/layout/process1"/>
    <dgm:cxn modelId="{F53E12AA-51DB-4798-A4E2-7B0AE0A12904}" type="presParOf" srcId="{F075AE7F-0239-4691-9C26-CE3D218B2502}" destId="{E7267AB0-3FF1-46C6-A2D2-7934275702E3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1E3C2781-0B07-40BD-AAC3-4D91AF4DB1D1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5113154F-B324-488A-80B7-0F70BD69F4CD}">
      <dgm:prSet phldrT="[Texto]"/>
      <dgm:spPr/>
      <dgm:t>
        <a:bodyPr/>
        <a:lstStyle/>
        <a:p>
          <a:r>
            <a:rPr lang="pt-PT" dirty="0"/>
            <a:t>Distância de paragem</a:t>
          </a:r>
        </a:p>
      </dgm:t>
    </dgm:pt>
    <dgm:pt modelId="{A0E4EBF2-5DA4-4B83-834C-8C507A1250A5}" type="parTrans" cxnId="{A1009691-EE67-42CA-9DC2-549D1C9BF7EF}">
      <dgm:prSet/>
      <dgm:spPr/>
      <dgm:t>
        <a:bodyPr/>
        <a:lstStyle/>
        <a:p>
          <a:endParaRPr lang="pt-PT"/>
        </a:p>
      </dgm:t>
    </dgm:pt>
    <dgm:pt modelId="{348AC656-92C0-49DA-B97F-A9914A3B16FF}" type="sibTrans" cxnId="{A1009691-EE67-42CA-9DC2-549D1C9BF7EF}">
      <dgm:prSet/>
      <dgm:spPr/>
      <dgm:t>
        <a:bodyPr/>
        <a:lstStyle/>
        <a:p>
          <a:endParaRPr lang="pt-PT"/>
        </a:p>
      </dgm:t>
    </dgm:pt>
    <dgm:pt modelId="{301E0C33-7A31-4E5E-AAB9-E99B2C1BE0E6}">
      <dgm:prSet phldrT="[Texto]"/>
      <dgm:spPr/>
      <dgm:t>
        <a:bodyPr/>
        <a:lstStyle/>
        <a:p>
          <a:r>
            <a:rPr lang="pt-PT" dirty="0"/>
            <a:t>Fatores externos + Fatores internos</a:t>
          </a:r>
        </a:p>
      </dgm:t>
    </dgm:pt>
    <dgm:pt modelId="{ECD75F4C-6376-44CB-B78D-B9970E467A11}" type="parTrans" cxnId="{062F45C0-CC34-4604-84DD-7F48BEDFC915}">
      <dgm:prSet/>
      <dgm:spPr/>
      <dgm:t>
        <a:bodyPr/>
        <a:lstStyle/>
        <a:p>
          <a:endParaRPr lang="pt-PT"/>
        </a:p>
      </dgm:t>
    </dgm:pt>
    <dgm:pt modelId="{D6AC3918-F8EE-464F-BED3-71DFEA906B65}" type="sibTrans" cxnId="{062F45C0-CC34-4604-84DD-7F48BEDFC915}">
      <dgm:prSet/>
      <dgm:spPr/>
      <dgm:t>
        <a:bodyPr/>
        <a:lstStyle/>
        <a:p>
          <a:endParaRPr lang="pt-PT"/>
        </a:p>
      </dgm:t>
    </dgm:pt>
    <dgm:pt modelId="{02ECC58C-EABF-4ACA-9CD7-6FA87F269659}" type="pres">
      <dgm:prSet presAssocID="{1E3C2781-0B07-40BD-AAC3-4D91AF4DB1D1}" presName="Name0" presStyleCnt="0">
        <dgm:presLayoutVars>
          <dgm:dir/>
          <dgm:resizeHandles val="exact"/>
        </dgm:presLayoutVars>
      </dgm:prSet>
      <dgm:spPr/>
    </dgm:pt>
    <dgm:pt modelId="{B596FD74-7F8F-4B19-BEC2-6962566D9805}" type="pres">
      <dgm:prSet presAssocID="{5113154F-B324-488A-80B7-0F70BD69F4CD}" presName="node" presStyleLbl="node1" presStyleIdx="0" presStyleCnt="2">
        <dgm:presLayoutVars>
          <dgm:bulletEnabled val="1"/>
        </dgm:presLayoutVars>
      </dgm:prSet>
      <dgm:spPr/>
    </dgm:pt>
    <dgm:pt modelId="{F888F4B3-4A6B-4AD5-B71A-D9EF0D0D4676}" type="pres">
      <dgm:prSet presAssocID="{348AC656-92C0-49DA-B97F-A9914A3B16FF}" presName="sibTrans" presStyleLbl="sibTrans2D1" presStyleIdx="0" presStyleCnt="1"/>
      <dgm:spPr/>
    </dgm:pt>
    <dgm:pt modelId="{E1BAA3C6-8229-47A7-B498-B0C83007960E}" type="pres">
      <dgm:prSet presAssocID="{348AC656-92C0-49DA-B97F-A9914A3B16FF}" presName="connectorText" presStyleLbl="sibTrans2D1" presStyleIdx="0" presStyleCnt="1"/>
      <dgm:spPr/>
    </dgm:pt>
    <dgm:pt modelId="{EFD916DC-325B-468A-ACFB-D397A64C2EB9}" type="pres">
      <dgm:prSet presAssocID="{301E0C33-7A31-4E5E-AAB9-E99B2C1BE0E6}" presName="node" presStyleLbl="node1" presStyleIdx="1" presStyleCnt="2">
        <dgm:presLayoutVars>
          <dgm:bulletEnabled val="1"/>
        </dgm:presLayoutVars>
      </dgm:prSet>
      <dgm:spPr/>
    </dgm:pt>
  </dgm:ptLst>
  <dgm:cxnLst>
    <dgm:cxn modelId="{BB79E55C-21B4-490C-B236-F193098E5946}" type="presOf" srcId="{5113154F-B324-488A-80B7-0F70BD69F4CD}" destId="{B596FD74-7F8F-4B19-BEC2-6962566D9805}" srcOrd="0" destOrd="0" presId="urn:microsoft.com/office/officeart/2005/8/layout/process1"/>
    <dgm:cxn modelId="{205CD277-6846-4C01-A49B-AD1DF172772F}" type="presOf" srcId="{348AC656-92C0-49DA-B97F-A9914A3B16FF}" destId="{E1BAA3C6-8229-47A7-B498-B0C83007960E}" srcOrd="1" destOrd="0" presId="urn:microsoft.com/office/officeart/2005/8/layout/process1"/>
    <dgm:cxn modelId="{A1009691-EE67-42CA-9DC2-549D1C9BF7EF}" srcId="{1E3C2781-0B07-40BD-AAC3-4D91AF4DB1D1}" destId="{5113154F-B324-488A-80B7-0F70BD69F4CD}" srcOrd="0" destOrd="0" parTransId="{A0E4EBF2-5DA4-4B83-834C-8C507A1250A5}" sibTransId="{348AC656-92C0-49DA-B97F-A9914A3B16FF}"/>
    <dgm:cxn modelId="{7EFE4C9A-4A98-4309-BA55-FD892E297291}" type="presOf" srcId="{1E3C2781-0B07-40BD-AAC3-4D91AF4DB1D1}" destId="{02ECC58C-EABF-4ACA-9CD7-6FA87F269659}" srcOrd="0" destOrd="0" presId="urn:microsoft.com/office/officeart/2005/8/layout/process1"/>
    <dgm:cxn modelId="{062F45C0-CC34-4604-84DD-7F48BEDFC915}" srcId="{1E3C2781-0B07-40BD-AAC3-4D91AF4DB1D1}" destId="{301E0C33-7A31-4E5E-AAB9-E99B2C1BE0E6}" srcOrd="1" destOrd="0" parTransId="{ECD75F4C-6376-44CB-B78D-B9970E467A11}" sibTransId="{D6AC3918-F8EE-464F-BED3-71DFEA906B65}"/>
    <dgm:cxn modelId="{08A20ACC-F983-4627-A938-22684E80E928}" type="presOf" srcId="{301E0C33-7A31-4E5E-AAB9-E99B2C1BE0E6}" destId="{EFD916DC-325B-468A-ACFB-D397A64C2EB9}" srcOrd="0" destOrd="0" presId="urn:microsoft.com/office/officeart/2005/8/layout/process1"/>
    <dgm:cxn modelId="{DD188FDE-35B5-4849-8819-6ACEA772E28C}" type="presOf" srcId="{348AC656-92C0-49DA-B97F-A9914A3B16FF}" destId="{F888F4B3-4A6B-4AD5-B71A-D9EF0D0D4676}" srcOrd="0" destOrd="0" presId="urn:microsoft.com/office/officeart/2005/8/layout/process1"/>
    <dgm:cxn modelId="{E2477570-3791-40F6-A3EE-FF709654B5D9}" type="presParOf" srcId="{02ECC58C-EABF-4ACA-9CD7-6FA87F269659}" destId="{B596FD74-7F8F-4B19-BEC2-6962566D9805}" srcOrd="0" destOrd="0" presId="urn:microsoft.com/office/officeart/2005/8/layout/process1"/>
    <dgm:cxn modelId="{E697023A-E19C-45CE-A04A-6795365EB140}" type="presParOf" srcId="{02ECC58C-EABF-4ACA-9CD7-6FA87F269659}" destId="{F888F4B3-4A6B-4AD5-B71A-D9EF0D0D4676}" srcOrd="1" destOrd="0" presId="urn:microsoft.com/office/officeart/2005/8/layout/process1"/>
    <dgm:cxn modelId="{1FBC93C7-47A6-42F2-A0DD-96A976E78C26}" type="presParOf" srcId="{F888F4B3-4A6B-4AD5-B71A-D9EF0D0D4676}" destId="{E1BAA3C6-8229-47A7-B498-B0C83007960E}" srcOrd="0" destOrd="0" presId="urn:microsoft.com/office/officeart/2005/8/layout/process1"/>
    <dgm:cxn modelId="{1406ACE4-E990-448B-9AD9-EDB9D796270C}" type="presParOf" srcId="{02ECC58C-EABF-4ACA-9CD7-6FA87F269659}" destId="{EFD916DC-325B-468A-ACFB-D397A64C2EB9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624A6B0E-908C-47AE-AD56-D23F0B1E5F86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8CB0B6EB-59E3-4B5F-B624-D23B4CFE8782}">
      <dgm:prSet phldrT="[Texto]"/>
      <dgm:spPr/>
      <dgm:t>
        <a:bodyPr/>
        <a:lstStyle/>
        <a:p>
          <a:r>
            <a:rPr lang="pt-PT" dirty="0"/>
            <a:t>Comportamento cívico</a:t>
          </a:r>
        </a:p>
      </dgm:t>
    </dgm:pt>
    <dgm:pt modelId="{5D50B7F5-897A-4377-86DE-A13B875B721B}" type="parTrans" cxnId="{3C49D06A-627B-4DED-A011-0E70071BDE86}">
      <dgm:prSet/>
      <dgm:spPr/>
      <dgm:t>
        <a:bodyPr/>
        <a:lstStyle/>
        <a:p>
          <a:endParaRPr lang="pt-PT"/>
        </a:p>
      </dgm:t>
    </dgm:pt>
    <dgm:pt modelId="{DF14B9CA-2986-4148-AB67-17B516551CF5}" type="sibTrans" cxnId="{3C49D06A-627B-4DED-A011-0E70071BDE86}">
      <dgm:prSet/>
      <dgm:spPr/>
      <dgm:t>
        <a:bodyPr/>
        <a:lstStyle/>
        <a:p>
          <a:endParaRPr lang="pt-PT"/>
        </a:p>
      </dgm:t>
    </dgm:pt>
    <dgm:pt modelId="{E5D2933B-CE3B-4A03-964B-3DB792BAF290}">
      <dgm:prSet phldrT="[Texto]"/>
      <dgm:spPr/>
      <dgm:t>
        <a:bodyPr/>
        <a:lstStyle/>
        <a:p>
          <a:r>
            <a:rPr lang="pt-PT" dirty="0"/>
            <a:t>Objetivos afetivos</a:t>
          </a:r>
        </a:p>
      </dgm:t>
    </dgm:pt>
    <dgm:pt modelId="{E0FD053E-E9FB-44E6-8B47-618829AB8990}" type="parTrans" cxnId="{FD5BB4DA-D0E3-4A62-A6F1-6C145B40D621}">
      <dgm:prSet/>
      <dgm:spPr/>
      <dgm:t>
        <a:bodyPr/>
        <a:lstStyle/>
        <a:p>
          <a:endParaRPr lang="pt-PT"/>
        </a:p>
      </dgm:t>
    </dgm:pt>
    <dgm:pt modelId="{1EA015DD-9B1D-42D8-83E0-54A694FDC9DC}" type="sibTrans" cxnId="{FD5BB4DA-D0E3-4A62-A6F1-6C145B40D621}">
      <dgm:prSet/>
      <dgm:spPr/>
      <dgm:t>
        <a:bodyPr/>
        <a:lstStyle/>
        <a:p>
          <a:endParaRPr lang="pt-PT"/>
        </a:p>
      </dgm:t>
    </dgm:pt>
    <dgm:pt modelId="{6B0D255B-2909-4D85-8A8A-800F59B92D8B}" type="pres">
      <dgm:prSet presAssocID="{624A6B0E-908C-47AE-AD56-D23F0B1E5F86}" presName="Name0" presStyleCnt="0">
        <dgm:presLayoutVars>
          <dgm:dir/>
          <dgm:resizeHandles val="exact"/>
        </dgm:presLayoutVars>
      </dgm:prSet>
      <dgm:spPr/>
    </dgm:pt>
    <dgm:pt modelId="{8013DF14-38E5-4CFC-8335-510A89D65ABA}" type="pres">
      <dgm:prSet presAssocID="{8CB0B6EB-59E3-4B5F-B624-D23B4CFE8782}" presName="node" presStyleLbl="node1" presStyleIdx="0" presStyleCnt="2">
        <dgm:presLayoutVars>
          <dgm:bulletEnabled val="1"/>
        </dgm:presLayoutVars>
      </dgm:prSet>
      <dgm:spPr/>
    </dgm:pt>
    <dgm:pt modelId="{9FCD4EC3-4599-490C-8530-2ADEDC1E8A50}" type="pres">
      <dgm:prSet presAssocID="{DF14B9CA-2986-4148-AB67-17B516551CF5}" presName="sibTrans" presStyleLbl="sibTrans2D1" presStyleIdx="0" presStyleCnt="1"/>
      <dgm:spPr/>
    </dgm:pt>
    <dgm:pt modelId="{069D2361-B9DC-43FC-99DF-F6F0AD528A30}" type="pres">
      <dgm:prSet presAssocID="{DF14B9CA-2986-4148-AB67-17B516551CF5}" presName="connectorText" presStyleLbl="sibTrans2D1" presStyleIdx="0" presStyleCnt="1"/>
      <dgm:spPr/>
    </dgm:pt>
    <dgm:pt modelId="{A6DFD30D-2A28-4B42-8621-2A5FE158D091}" type="pres">
      <dgm:prSet presAssocID="{E5D2933B-CE3B-4A03-964B-3DB792BAF290}" presName="node" presStyleLbl="node1" presStyleIdx="1" presStyleCnt="2">
        <dgm:presLayoutVars>
          <dgm:bulletEnabled val="1"/>
        </dgm:presLayoutVars>
      </dgm:prSet>
      <dgm:spPr/>
    </dgm:pt>
  </dgm:ptLst>
  <dgm:cxnLst>
    <dgm:cxn modelId="{CA238808-DCCE-48E8-8E9D-98AE14D2FA1A}" type="presOf" srcId="{624A6B0E-908C-47AE-AD56-D23F0B1E5F86}" destId="{6B0D255B-2909-4D85-8A8A-800F59B92D8B}" srcOrd="0" destOrd="0" presId="urn:microsoft.com/office/officeart/2005/8/layout/process1"/>
    <dgm:cxn modelId="{F805C119-904C-4B76-8AE3-F35D16771C81}" type="presOf" srcId="{8CB0B6EB-59E3-4B5F-B624-D23B4CFE8782}" destId="{8013DF14-38E5-4CFC-8335-510A89D65ABA}" srcOrd="0" destOrd="0" presId="urn:microsoft.com/office/officeart/2005/8/layout/process1"/>
    <dgm:cxn modelId="{8E5BD132-1D8D-4E22-A32B-6543943A8021}" type="presOf" srcId="{DF14B9CA-2986-4148-AB67-17B516551CF5}" destId="{069D2361-B9DC-43FC-99DF-F6F0AD528A30}" srcOrd="1" destOrd="0" presId="urn:microsoft.com/office/officeart/2005/8/layout/process1"/>
    <dgm:cxn modelId="{3C49D06A-627B-4DED-A011-0E70071BDE86}" srcId="{624A6B0E-908C-47AE-AD56-D23F0B1E5F86}" destId="{8CB0B6EB-59E3-4B5F-B624-D23B4CFE8782}" srcOrd="0" destOrd="0" parTransId="{5D50B7F5-897A-4377-86DE-A13B875B721B}" sibTransId="{DF14B9CA-2986-4148-AB67-17B516551CF5}"/>
    <dgm:cxn modelId="{FD5BB4DA-D0E3-4A62-A6F1-6C145B40D621}" srcId="{624A6B0E-908C-47AE-AD56-D23F0B1E5F86}" destId="{E5D2933B-CE3B-4A03-964B-3DB792BAF290}" srcOrd="1" destOrd="0" parTransId="{E0FD053E-E9FB-44E6-8B47-618829AB8990}" sibTransId="{1EA015DD-9B1D-42D8-83E0-54A694FDC9DC}"/>
    <dgm:cxn modelId="{E816C0EB-F9D8-4028-BF4A-31FEED332F53}" type="presOf" srcId="{E5D2933B-CE3B-4A03-964B-3DB792BAF290}" destId="{A6DFD30D-2A28-4B42-8621-2A5FE158D091}" srcOrd="0" destOrd="0" presId="urn:microsoft.com/office/officeart/2005/8/layout/process1"/>
    <dgm:cxn modelId="{74ABEBFF-E173-4CD3-AD9D-59050F727807}" type="presOf" srcId="{DF14B9CA-2986-4148-AB67-17B516551CF5}" destId="{9FCD4EC3-4599-490C-8530-2ADEDC1E8A50}" srcOrd="0" destOrd="0" presId="urn:microsoft.com/office/officeart/2005/8/layout/process1"/>
    <dgm:cxn modelId="{B0121DEE-6CA7-4936-BADC-F864F09E49DE}" type="presParOf" srcId="{6B0D255B-2909-4D85-8A8A-800F59B92D8B}" destId="{8013DF14-38E5-4CFC-8335-510A89D65ABA}" srcOrd="0" destOrd="0" presId="urn:microsoft.com/office/officeart/2005/8/layout/process1"/>
    <dgm:cxn modelId="{E1F467A1-86D9-48AB-8BA1-4C361BE5B667}" type="presParOf" srcId="{6B0D255B-2909-4D85-8A8A-800F59B92D8B}" destId="{9FCD4EC3-4599-490C-8530-2ADEDC1E8A50}" srcOrd="1" destOrd="0" presId="urn:microsoft.com/office/officeart/2005/8/layout/process1"/>
    <dgm:cxn modelId="{306EE1AF-C30B-4ADD-A5D0-1BC70374EE3F}" type="presParOf" srcId="{9FCD4EC3-4599-490C-8530-2ADEDC1E8A50}" destId="{069D2361-B9DC-43FC-99DF-F6F0AD528A30}" srcOrd="0" destOrd="0" presId="urn:microsoft.com/office/officeart/2005/8/layout/process1"/>
    <dgm:cxn modelId="{9C897E39-40C7-489D-8749-864E968A510A}" type="presParOf" srcId="{6B0D255B-2909-4D85-8A8A-800F59B92D8B}" destId="{A6DFD30D-2A28-4B42-8621-2A5FE158D09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7D3C9D90-C5DC-43F8-91A7-9CB524BA4872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A83D3129-1C09-4541-B2C5-21BC6625EBFA}">
      <dgm:prSet phldrT="[Texto]"/>
      <dgm:spPr/>
      <dgm:t>
        <a:bodyPr/>
        <a:lstStyle/>
        <a:p>
          <a:r>
            <a:rPr lang="pt-PT" dirty="0"/>
            <a:t>Avaliar sempre da mesma forma  independentemente da evolução ou retrocesso</a:t>
          </a:r>
        </a:p>
      </dgm:t>
    </dgm:pt>
    <dgm:pt modelId="{76249102-ADC3-466A-BD87-B5587C5EA160}" type="parTrans" cxnId="{7A3D9794-9640-4703-989A-86B2E16D1C78}">
      <dgm:prSet/>
      <dgm:spPr/>
      <dgm:t>
        <a:bodyPr/>
        <a:lstStyle/>
        <a:p>
          <a:endParaRPr lang="pt-PT"/>
        </a:p>
      </dgm:t>
    </dgm:pt>
    <dgm:pt modelId="{D35C0317-CFF9-4CAA-8EE8-9BCF5D10A00C}" type="sibTrans" cxnId="{7A3D9794-9640-4703-989A-86B2E16D1C78}">
      <dgm:prSet/>
      <dgm:spPr/>
      <dgm:t>
        <a:bodyPr/>
        <a:lstStyle/>
        <a:p>
          <a:endParaRPr lang="pt-PT"/>
        </a:p>
      </dgm:t>
    </dgm:pt>
    <dgm:pt modelId="{579BE736-9D54-4A18-B4BF-C8681BDC4B0D}">
      <dgm:prSet phldrT="[Texto]" custT="1"/>
      <dgm:spPr/>
      <dgm:t>
        <a:bodyPr/>
        <a:lstStyle/>
        <a:p>
          <a:r>
            <a:rPr lang="pt-PT" altLang="pt-PT" sz="4800" b="1" dirty="0">
              <a:solidFill>
                <a:schemeClr val="tx1"/>
              </a:solidFill>
            </a:rPr>
            <a:t>Estereotipia</a:t>
          </a:r>
          <a:endParaRPr lang="pt-PT" sz="4800" dirty="0">
            <a:solidFill>
              <a:schemeClr val="tx1"/>
            </a:solidFill>
          </a:endParaRPr>
        </a:p>
      </dgm:t>
    </dgm:pt>
    <dgm:pt modelId="{376FD5A1-2AD4-43F6-BFE6-ADECB9FC6057}" type="parTrans" cxnId="{577EEC45-16BD-4066-A9CD-8E21413E370E}">
      <dgm:prSet/>
      <dgm:spPr/>
      <dgm:t>
        <a:bodyPr/>
        <a:lstStyle/>
        <a:p>
          <a:endParaRPr lang="pt-PT"/>
        </a:p>
      </dgm:t>
    </dgm:pt>
    <dgm:pt modelId="{3038B574-45BF-4DCE-999D-D70D845456CE}" type="sibTrans" cxnId="{577EEC45-16BD-4066-A9CD-8E21413E370E}">
      <dgm:prSet/>
      <dgm:spPr/>
      <dgm:t>
        <a:bodyPr/>
        <a:lstStyle/>
        <a:p>
          <a:endParaRPr lang="pt-PT"/>
        </a:p>
      </dgm:t>
    </dgm:pt>
    <dgm:pt modelId="{82A488A8-C1B3-4EB2-B65F-B58AF7B54F42}" type="pres">
      <dgm:prSet presAssocID="{7D3C9D90-C5DC-43F8-91A7-9CB524BA4872}" presName="Name0" presStyleCnt="0">
        <dgm:presLayoutVars>
          <dgm:dir/>
          <dgm:resizeHandles val="exact"/>
        </dgm:presLayoutVars>
      </dgm:prSet>
      <dgm:spPr/>
    </dgm:pt>
    <dgm:pt modelId="{3E028D8F-DF03-4911-92E3-4F6CF72F1A5B}" type="pres">
      <dgm:prSet presAssocID="{A83D3129-1C09-4541-B2C5-21BC6625EBFA}" presName="node" presStyleLbl="node1" presStyleIdx="0" presStyleCnt="2">
        <dgm:presLayoutVars>
          <dgm:bulletEnabled val="1"/>
        </dgm:presLayoutVars>
      </dgm:prSet>
      <dgm:spPr/>
    </dgm:pt>
    <dgm:pt modelId="{1F30E518-6AEB-4F4B-BA69-4AC4BA24EFD2}" type="pres">
      <dgm:prSet presAssocID="{D35C0317-CFF9-4CAA-8EE8-9BCF5D10A00C}" presName="sibTrans" presStyleLbl="sibTrans2D1" presStyleIdx="0" presStyleCnt="1"/>
      <dgm:spPr/>
    </dgm:pt>
    <dgm:pt modelId="{3E0F0DD1-B55C-4E1B-95D5-48505A7B617F}" type="pres">
      <dgm:prSet presAssocID="{D35C0317-CFF9-4CAA-8EE8-9BCF5D10A00C}" presName="connectorText" presStyleLbl="sibTrans2D1" presStyleIdx="0" presStyleCnt="1"/>
      <dgm:spPr/>
    </dgm:pt>
    <dgm:pt modelId="{6333006D-4D2B-437D-8133-6C767E5E6F67}" type="pres">
      <dgm:prSet presAssocID="{579BE736-9D54-4A18-B4BF-C8681BDC4B0D}" presName="node" presStyleLbl="node1" presStyleIdx="1" presStyleCnt="2">
        <dgm:presLayoutVars>
          <dgm:bulletEnabled val="1"/>
        </dgm:presLayoutVars>
      </dgm:prSet>
      <dgm:spPr/>
    </dgm:pt>
  </dgm:ptLst>
  <dgm:cxnLst>
    <dgm:cxn modelId="{A5D8961E-2159-4889-B315-34F96A231C38}" type="presOf" srcId="{579BE736-9D54-4A18-B4BF-C8681BDC4B0D}" destId="{6333006D-4D2B-437D-8133-6C767E5E6F67}" srcOrd="0" destOrd="0" presId="urn:microsoft.com/office/officeart/2005/8/layout/process1"/>
    <dgm:cxn modelId="{C326FC33-2496-41A0-9C28-91F54BACAC54}" type="presOf" srcId="{7D3C9D90-C5DC-43F8-91A7-9CB524BA4872}" destId="{82A488A8-C1B3-4EB2-B65F-B58AF7B54F42}" srcOrd="0" destOrd="0" presId="urn:microsoft.com/office/officeart/2005/8/layout/process1"/>
    <dgm:cxn modelId="{577EEC45-16BD-4066-A9CD-8E21413E370E}" srcId="{7D3C9D90-C5DC-43F8-91A7-9CB524BA4872}" destId="{579BE736-9D54-4A18-B4BF-C8681BDC4B0D}" srcOrd="1" destOrd="0" parTransId="{376FD5A1-2AD4-43F6-BFE6-ADECB9FC6057}" sibTransId="{3038B574-45BF-4DCE-999D-D70D845456CE}"/>
    <dgm:cxn modelId="{AF3D0181-0F01-4A48-840A-39F693B0BB0B}" type="presOf" srcId="{D35C0317-CFF9-4CAA-8EE8-9BCF5D10A00C}" destId="{1F30E518-6AEB-4F4B-BA69-4AC4BA24EFD2}" srcOrd="0" destOrd="0" presId="urn:microsoft.com/office/officeart/2005/8/layout/process1"/>
    <dgm:cxn modelId="{7A3D9794-9640-4703-989A-86B2E16D1C78}" srcId="{7D3C9D90-C5DC-43F8-91A7-9CB524BA4872}" destId="{A83D3129-1C09-4541-B2C5-21BC6625EBFA}" srcOrd="0" destOrd="0" parTransId="{76249102-ADC3-466A-BD87-B5587C5EA160}" sibTransId="{D35C0317-CFF9-4CAA-8EE8-9BCF5D10A00C}"/>
    <dgm:cxn modelId="{A60169C5-01C4-4605-A834-F1298884236A}" type="presOf" srcId="{D35C0317-CFF9-4CAA-8EE8-9BCF5D10A00C}" destId="{3E0F0DD1-B55C-4E1B-95D5-48505A7B617F}" srcOrd="1" destOrd="0" presId="urn:microsoft.com/office/officeart/2005/8/layout/process1"/>
    <dgm:cxn modelId="{8DD629D0-5629-4F25-B921-A56238C75005}" type="presOf" srcId="{A83D3129-1C09-4541-B2C5-21BC6625EBFA}" destId="{3E028D8F-DF03-4911-92E3-4F6CF72F1A5B}" srcOrd="0" destOrd="0" presId="urn:microsoft.com/office/officeart/2005/8/layout/process1"/>
    <dgm:cxn modelId="{531BE47F-126A-422B-A4E0-F0ED76D9BF40}" type="presParOf" srcId="{82A488A8-C1B3-4EB2-B65F-B58AF7B54F42}" destId="{3E028D8F-DF03-4911-92E3-4F6CF72F1A5B}" srcOrd="0" destOrd="0" presId="urn:microsoft.com/office/officeart/2005/8/layout/process1"/>
    <dgm:cxn modelId="{C604692D-FDEA-46D5-BB6F-CF1F107A9A13}" type="presParOf" srcId="{82A488A8-C1B3-4EB2-B65F-B58AF7B54F42}" destId="{1F30E518-6AEB-4F4B-BA69-4AC4BA24EFD2}" srcOrd="1" destOrd="0" presId="urn:microsoft.com/office/officeart/2005/8/layout/process1"/>
    <dgm:cxn modelId="{EEB12089-745F-4E5D-8EA4-776E6E8ACC6E}" type="presParOf" srcId="{1F30E518-6AEB-4F4B-BA69-4AC4BA24EFD2}" destId="{3E0F0DD1-B55C-4E1B-95D5-48505A7B617F}" srcOrd="0" destOrd="0" presId="urn:microsoft.com/office/officeart/2005/8/layout/process1"/>
    <dgm:cxn modelId="{935F5800-2891-4704-A653-87F866450820}" type="presParOf" srcId="{82A488A8-C1B3-4EB2-B65F-B58AF7B54F42}" destId="{6333006D-4D2B-437D-8133-6C767E5E6F67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A089BDFF-2B79-4180-A1A4-12EC1F967086}" type="doc">
      <dgm:prSet loTypeId="urn:microsoft.com/office/officeart/2005/8/layout/process1" loCatId="process" qsTypeId="urn:microsoft.com/office/officeart/2005/8/quickstyle/simple1" qsCatId="simple" csTypeId="urn:microsoft.com/office/officeart/2005/8/colors/accent1_1" csCatId="accent1" phldr="1"/>
      <dgm:spPr/>
    </dgm:pt>
    <dgm:pt modelId="{88D5C34B-99D1-417B-A92A-DE2E4730604B}">
      <dgm:prSet phldrT="[Texto]"/>
      <dgm:spPr/>
      <dgm:t>
        <a:bodyPr/>
        <a:lstStyle/>
        <a:p>
          <a:r>
            <a:rPr lang="pt-PT" dirty="0"/>
            <a:t>Avaliar pela(aparência física, no seu vestuário, na sua estrutura vocal, comportamento físico, ortografia, etc.)</a:t>
          </a:r>
        </a:p>
      </dgm:t>
    </dgm:pt>
    <dgm:pt modelId="{D3673761-3F91-4D4E-BA99-C204A41D5115}" type="parTrans" cxnId="{6C61DE80-F06B-42E2-BC24-7868DF56D634}">
      <dgm:prSet/>
      <dgm:spPr/>
      <dgm:t>
        <a:bodyPr/>
        <a:lstStyle/>
        <a:p>
          <a:endParaRPr lang="pt-PT"/>
        </a:p>
      </dgm:t>
    </dgm:pt>
    <dgm:pt modelId="{20F59330-1C71-49ED-B454-C4F0039880C7}" type="sibTrans" cxnId="{6C61DE80-F06B-42E2-BC24-7868DF56D634}">
      <dgm:prSet/>
      <dgm:spPr/>
      <dgm:t>
        <a:bodyPr/>
        <a:lstStyle/>
        <a:p>
          <a:endParaRPr lang="pt-PT"/>
        </a:p>
      </dgm:t>
    </dgm:pt>
    <dgm:pt modelId="{A18DB55D-C8A6-42AE-BE11-8B9D6CED2C80}">
      <dgm:prSet phldrT="[Texto]" custT="1"/>
      <dgm:spPr/>
      <dgm:t>
        <a:bodyPr/>
        <a:lstStyle/>
        <a:p>
          <a:r>
            <a:rPr lang="pt-PT" sz="5400" dirty="0"/>
            <a:t>Efeito de Halo</a:t>
          </a:r>
        </a:p>
      </dgm:t>
    </dgm:pt>
    <dgm:pt modelId="{D6863D8C-EF12-472F-88BC-12D01D77CAC0}" type="parTrans" cxnId="{9ABCCA8E-76D2-4A0C-9B75-EAA709F09C1C}">
      <dgm:prSet/>
      <dgm:spPr/>
      <dgm:t>
        <a:bodyPr/>
        <a:lstStyle/>
        <a:p>
          <a:endParaRPr lang="pt-PT"/>
        </a:p>
      </dgm:t>
    </dgm:pt>
    <dgm:pt modelId="{558BC7C5-1478-4F75-9104-2A9AFE0DFFF5}" type="sibTrans" cxnId="{9ABCCA8E-76D2-4A0C-9B75-EAA709F09C1C}">
      <dgm:prSet/>
      <dgm:spPr/>
      <dgm:t>
        <a:bodyPr/>
        <a:lstStyle/>
        <a:p>
          <a:endParaRPr lang="pt-PT"/>
        </a:p>
      </dgm:t>
    </dgm:pt>
    <dgm:pt modelId="{5133F04A-0705-4C8A-8A5C-05ABC45B7E4A}" type="pres">
      <dgm:prSet presAssocID="{A089BDFF-2B79-4180-A1A4-12EC1F967086}" presName="Name0" presStyleCnt="0">
        <dgm:presLayoutVars>
          <dgm:dir/>
          <dgm:resizeHandles val="exact"/>
        </dgm:presLayoutVars>
      </dgm:prSet>
      <dgm:spPr/>
    </dgm:pt>
    <dgm:pt modelId="{30AACB6B-5ADB-4770-950F-1BAF0F0585CE}" type="pres">
      <dgm:prSet presAssocID="{88D5C34B-99D1-417B-A92A-DE2E4730604B}" presName="node" presStyleLbl="node1" presStyleIdx="0" presStyleCnt="2">
        <dgm:presLayoutVars>
          <dgm:bulletEnabled val="1"/>
        </dgm:presLayoutVars>
      </dgm:prSet>
      <dgm:spPr/>
    </dgm:pt>
    <dgm:pt modelId="{5EA6C3DF-66A6-4FE7-9E7B-C631D14B289E}" type="pres">
      <dgm:prSet presAssocID="{20F59330-1C71-49ED-B454-C4F0039880C7}" presName="sibTrans" presStyleLbl="sibTrans2D1" presStyleIdx="0" presStyleCnt="1"/>
      <dgm:spPr/>
    </dgm:pt>
    <dgm:pt modelId="{AC58799B-22D7-4523-96DD-AAAF41491615}" type="pres">
      <dgm:prSet presAssocID="{20F59330-1C71-49ED-B454-C4F0039880C7}" presName="connectorText" presStyleLbl="sibTrans2D1" presStyleIdx="0" presStyleCnt="1"/>
      <dgm:spPr/>
    </dgm:pt>
    <dgm:pt modelId="{4715263D-A3E0-4421-B93D-A1C6AD033EBF}" type="pres">
      <dgm:prSet presAssocID="{A18DB55D-C8A6-42AE-BE11-8B9D6CED2C80}" presName="node" presStyleLbl="node1" presStyleIdx="1" presStyleCnt="2">
        <dgm:presLayoutVars>
          <dgm:bulletEnabled val="1"/>
        </dgm:presLayoutVars>
      </dgm:prSet>
      <dgm:spPr/>
    </dgm:pt>
  </dgm:ptLst>
  <dgm:cxnLst>
    <dgm:cxn modelId="{EEBF4D29-6930-4BA7-9BAD-CE0854B89BA0}" type="presOf" srcId="{20F59330-1C71-49ED-B454-C4F0039880C7}" destId="{AC58799B-22D7-4523-96DD-AAAF41491615}" srcOrd="1" destOrd="0" presId="urn:microsoft.com/office/officeart/2005/8/layout/process1"/>
    <dgm:cxn modelId="{D2E1ED29-D6CF-45B3-93DE-37BF8443D5C8}" type="presOf" srcId="{A089BDFF-2B79-4180-A1A4-12EC1F967086}" destId="{5133F04A-0705-4C8A-8A5C-05ABC45B7E4A}" srcOrd="0" destOrd="0" presId="urn:microsoft.com/office/officeart/2005/8/layout/process1"/>
    <dgm:cxn modelId="{770B363E-3F52-4BB1-9C5C-421DD28848CB}" type="presOf" srcId="{20F59330-1C71-49ED-B454-C4F0039880C7}" destId="{5EA6C3DF-66A6-4FE7-9E7B-C631D14B289E}" srcOrd="0" destOrd="0" presId="urn:microsoft.com/office/officeart/2005/8/layout/process1"/>
    <dgm:cxn modelId="{73478D48-D3F4-4B0C-A2EA-BECBAC084019}" type="presOf" srcId="{88D5C34B-99D1-417B-A92A-DE2E4730604B}" destId="{30AACB6B-5ADB-4770-950F-1BAF0F0585CE}" srcOrd="0" destOrd="0" presId="urn:microsoft.com/office/officeart/2005/8/layout/process1"/>
    <dgm:cxn modelId="{6C61DE80-F06B-42E2-BC24-7868DF56D634}" srcId="{A089BDFF-2B79-4180-A1A4-12EC1F967086}" destId="{88D5C34B-99D1-417B-A92A-DE2E4730604B}" srcOrd="0" destOrd="0" parTransId="{D3673761-3F91-4D4E-BA99-C204A41D5115}" sibTransId="{20F59330-1C71-49ED-B454-C4F0039880C7}"/>
    <dgm:cxn modelId="{FEA8C885-E2F8-4E01-BB1C-ADA222AFEE73}" type="presOf" srcId="{A18DB55D-C8A6-42AE-BE11-8B9D6CED2C80}" destId="{4715263D-A3E0-4421-B93D-A1C6AD033EBF}" srcOrd="0" destOrd="0" presId="urn:microsoft.com/office/officeart/2005/8/layout/process1"/>
    <dgm:cxn modelId="{9ABCCA8E-76D2-4A0C-9B75-EAA709F09C1C}" srcId="{A089BDFF-2B79-4180-A1A4-12EC1F967086}" destId="{A18DB55D-C8A6-42AE-BE11-8B9D6CED2C80}" srcOrd="1" destOrd="0" parTransId="{D6863D8C-EF12-472F-88BC-12D01D77CAC0}" sibTransId="{558BC7C5-1478-4F75-9104-2A9AFE0DFFF5}"/>
    <dgm:cxn modelId="{FCC5C207-EC2F-4E93-AA2C-46A583683743}" type="presParOf" srcId="{5133F04A-0705-4C8A-8A5C-05ABC45B7E4A}" destId="{30AACB6B-5ADB-4770-950F-1BAF0F0585CE}" srcOrd="0" destOrd="0" presId="urn:microsoft.com/office/officeart/2005/8/layout/process1"/>
    <dgm:cxn modelId="{DE1F8F71-A594-4E90-969F-787F2316930C}" type="presParOf" srcId="{5133F04A-0705-4C8A-8A5C-05ABC45B7E4A}" destId="{5EA6C3DF-66A6-4FE7-9E7B-C631D14B289E}" srcOrd="1" destOrd="0" presId="urn:microsoft.com/office/officeart/2005/8/layout/process1"/>
    <dgm:cxn modelId="{9F2C7624-10F9-4D1E-8DFB-63078AC804F0}" type="presParOf" srcId="{5EA6C3DF-66A6-4FE7-9E7B-C631D14B289E}" destId="{AC58799B-22D7-4523-96DD-AAAF41491615}" srcOrd="0" destOrd="0" presId="urn:microsoft.com/office/officeart/2005/8/layout/process1"/>
    <dgm:cxn modelId="{D9FCF53C-5C1D-47F1-B89A-CBCF6A27BF0E}" type="presParOf" srcId="{5133F04A-0705-4C8A-8A5C-05ABC45B7E4A}" destId="{4715263D-A3E0-4421-B93D-A1C6AD033EBF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C35ACD0D-FC4B-4353-A58E-69294EB45091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08132651-7677-48E0-B57F-9DA081CAAE19}">
      <dgm:prSet phldrT="[Texto]"/>
      <dgm:spPr/>
      <dgm:t>
        <a:bodyPr/>
        <a:lstStyle/>
        <a:p>
          <a:r>
            <a:rPr lang="pt-PT" dirty="0"/>
            <a:t>Reajustar a formação</a:t>
          </a:r>
        </a:p>
      </dgm:t>
    </dgm:pt>
    <dgm:pt modelId="{1296EA2F-1098-41D6-B914-63D53296EB39}" type="parTrans" cxnId="{7AAD5219-9190-41F6-BB47-372B9609DB8B}">
      <dgm:prSet/>
      <dgm:spPr/>
      <dgm:t>
        <a:bodyPr/>
        <a:lstStyle/>
        <a:p>
          <a:endParaRPr lang="pt-PT"/>
        </a:p>
      </dgm:t>
    </dgm:pt>
    <dgm:pt modelId="{030C855B-760D-4C6B-8081-7125B3C7123A}" type="sibTrans" cxnId="{7AAD5219-9190-41F6-BB47-372B9609DB8B}">
      <dgm:prSet/>
      <dgm:spPr/>
      <dgm:t>
        <a:bodyPr/>
        <a:lstStyle/>
        <a:p>
          <a:endParaRPr lang="pt-PT"/>
        </a:p>
      </dgm:t>
    </dgm:pt>
    <dgm:pt modelId="{A8EB0359-5515-40FA-B94C-02B8B543681A}">
      <dgm:prSet phldrT="[Texto]"/>
      <dgm:spPr/>
      <dgm:t>
        <a:bodyPr/>
        <a:lstStyle/>
        <a:p>
          <a:r>
            <a:rPr lang="pt-PT" dirty="0"/>
            <a:t>Função pedagógica</a:t>
          </a:r>
        </a:p>
      </dgm:t>
    </dgm:pt>
    <dgm:pt modelId="{94599624-B06B-45DA-ACB1-2C5873CC8DA8}" type="parTrans" cxnId="{A51F03E8-FA42-42AD-920E-5F79ED6D8CB7}">
      <dgm:prSet/>
      <dgm:spPr/>
      <dgm:t>
        <a:bodyPr/>
        <a:lstStyle/>
        <a:p>
          <a:endParaRPr lang="pt-PT"/>
        </a:p>
      </dgm:t>
    </dgm:pt>
    <dgm:pt modelId="{EBB9C7AB-9CFD-4093-B371-29BE0949A298}" type="sibTrans" cxnId="{A51F03E8-FA42-42AD-920E-5F79ED6D8CB7}">
      <dgm:prSet/>
      <dgm:spPr/>
      <dgm:t>
        <a:bodyPr/>
        <a:lstStyle/>
        <a:p>
          <a:endParaRPr lang="pt-PT"/>
        </a:p>
      </dgm:t>
    </dgm:pt>
    <dgm:pt modelId="{6EC2C0BD-D8AD-41FD-AAF4-0BF53AA20002}" type="pres">
      <dgm:prSet presAssocID="{C35ACD0D-FC4B-4353-A58E-69294EB45091}" presName="Name0" presStyleCnt="0">
        <dgm:presLayoutVars>
          <dgm:dir/>
          <dgm:resizeHandles val="exact"/>
        </dgm:presLayoutVars>
      </dgm:prSet>
      <dgm:spPr/>
    </dgm:pt>
    <dgm:pt modelId="{4F7F82D3-660A-4D83-8ECB-D340C0AA82B4}" type="pres">
      <dgm:prSet presAssocID="{08132651-7677-48E0-B57F-9DA081CAAE19}" presName="node" presStyleLbl="node1" presStyleIdx="0" presStyleCnt="2">
        <dgm:presLayoutVars>
          <dgm:bulletEnabled val="1"/>
        </dgm:presLayoutVars>
      </dgm:prSet>
      <dgm:spPr/>
    </dgm:pt>
    <dgm:pt modelId="{507E0D53-90E9-4F72-B7F5-701C514DB5BE}" type="pres">
      <dgm:prSet presAssocID="{030C855B-760D-4C6B-8081-7125B3C7123A}" presName="sibTrans" presStyleLbl="sibTrans2D1" presStyleIdx="0" presStyleCnt="1"/>
      <dgm:spPr/>
    </dgm:pt>
    <dgm:pt modelId="{54A786CE-5DAE-4E78-AB16-E2FF47906ECB}" type="pres">
      <dgm:prSet presAssocID="{030C855B-760D-4C6B-8081-7125B3C7123A}" presName="connectorText" presStyleLbl="sibTrans2D1" presStyleIdx="0" presStyleCnt="1"/>
      <dgm:spPr/>
    </dgm:pt>
    <dgm:pt modelId="{74E5321B-66BB-4F42-BB7A-CDF9BBF62994}" type="pres">
      <dgm:prSet presAssocID="{A8EB0359-5515-40FA-B94C-02B8B543681A}" presName="node" presStyleLbl="node1" presStyleIdx="1" presStyleCnt="2">
        <dgm:presLayoutVars>
          <dgm:bulletEnabled val="1"/>
        </dgm:presLayoutVars>
      </dgm:prSet>
      <dgm:spPr/>
    </dgm:pt>
  </dgm:ptLst>
  <dgm:cxnLst>
    <dgm:cxn modelId="{7AAD5219-9190-41F6-BB47-372B9609DB8B}" srcId="{C35ACD0D-FC4B-4353-A58E-69294EB45091}" destId="{08132651-7677-48E0-B57F-9DA081CAAE19}" srcOrd="0" destOrd="0" parTransId="{1296EA2F-1098-41D6-B914-63D53296EB39}" sibTransId="{030C855B-760D-4C6B-8081-7125B3C7123A}"/>
    <dgm:cxn modelId="{BFE96772-4F88-43CF-8FB7-CAF3FF94CAA8}" type="presOf" srcId="{A8EB0359-5515-40FA-B94C-02B8B543681A}" destId="{74E5321B-66BB-4F42-BB7A-CDF9BBF62994}" srcOrd="0" destOrd="0" presId="urn:microsoft.com/office/officeart/2005/8/layout/process1"/>
    <dgm:cxn modelId="{A3DA4690-7B2C-45A5-BC37-DFA04B4BBC1F}" type="presOf" srcId="{08132651-7677-48E0-B57F-9DA081CAAE19}" destId="{4F7F82D3-660A-4D83-8ECB-D340C0AA82B4}" srcOrd="0" destOrd="0" presId="urn:microsoft.com/office/officeart/2005/8/layout/process1"/>
    <dgm:cxn modelId="{20CAF0C0-861D-4325-B749-6B802959949B}" type="presOf" srcId="{C35ACD0D-FC4B-4353-A58E-69294EB45091}" destId="{6EC2C0BD-D8AD-41FD-AAF4-0BF53AA20002}" srcOrd="0" destOrd="0" presId="urn:microsoft.com/office/officeart/2005/8/layout/process1"/>
    <dgm:cxn modelId="{16F65ECA-DF21-45F7-A2A7-34E7688C2B6C}" type="presOf" srcId="{030C855B-760D-4C6B-8081-7125B3C7123A}" destId="{507E0D53-90E9-4F72-B7F5-701C514DB5BE}" srcOrd="0" destOrd="0" presId="urn:microsoft.com/office/officeart/2005/8/layout/process1"/>
    <dgm:cxn modelId="{A51F03E8-FA42-42AD-920E-5F79ED6D8CB7}" srcId="{C35ACD0D-FC4B-4353-A58E-69294EB45091}" destId="{A8EB0359-5515-40FA-B94C-02B8B543681A}" srcOrd="1" destOrd="0" parTransId="{94599624-B06B-45DA-ACB1-2C5873CC8DA8}" sibTransId="{EBB9C7AB-9CFD-4093-B371-29BE0949A298}"/>
    <dgm:cxn modelId="{29C488EC-D926-4E5A-9270-A8DA07658056}" type="presOf" srcId="{030C855B-760D-4C6B-8081-7125B3C7123A}" destId="{54A786CE-5DAE-4E78-AB16-E2FF47906ECB}" srcOrd="1" destOrd="0" presId="urn:microsoft.com/office/officeart/2005/8/layout/process1"/>
    <dgm:cxn modelId="{1B98A14C-F4AC-4400-9D46-1A23038D354C}" type="presParOf" srcId="{6EC2C0BD-D8AD-41FD-AAF4-0BF53AA20002}" destId="{4F7F82D3-660A-4D83-8ECB-D340C0AA82B4}" srcOrd="0" destOrd="0" presId="urn:microsoft.com/office/officeart/2005/8/layout/process1"/>
    <dgm:cxn modelId="{C41F26EF-4FA8-40C0-A5F4-6551898AA291}" type="presParOf" srcId="{6EC2C0BD-D8AD-41FD-AAF4-0BF53AA20002}" destId="{507E0D53-90E9-4F72-B7F5-701C514DB5BE}" srcOrd="1" destOrd="0" presId="urn:microsoft.com/office/officeart/2005/8/layout/process1"/>
    <dgm:cxn modelId="{FBA64C62-6D5B-4218-A546-F5743C399566}" type="presParOf" srcId="{507E0D53-90E9-4F72-B7F5-701C514DB5BE}" destId="{54A786CE-5DAE-4E78-AB16-E2FF47906ECB}" srcOrd="0" destOrd="0" presId="urn:microsoft.com/office/officeart/2005/8/layout/process1"/>
    <dgm:cxn modelId="{B07AAC8D-59C2-4F7F-B624-CB56A655BFCB}" type="presParOf" srcId="{6EC2C0BD-D8AD-41FD-AAF4-0BF53AA20002}" destId="{74E5321B-66BB-4F42-BB7A-CDF9BBF62994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BC61B826-52EF-4BD6-929A-09DA05833800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7E96394E-554C-447B-AC9D-514EAD298B33}">
      <dgm:prSet phldrT="[Texto]"/>
      <dgm:spPr/>
      <dgm:t>
        <a:bodyPr/>
        <a:lstStyle/>
        <a:p>
          <a:r>
            <a:rPr lang="pt-PT" dirty="0"/>
            <a:t>Meio pedagógico</a:t>
          </a:r>
        </a:p>
      </dgm:t>
    </dgm:pt>
    <dgm:pt modelId="{9177CF38-CE07-4267-8E41-6CEE287ABF5D}" type="parTrans" cxnId="{5906FF4C-AF57-43B4-A354-9DC9264CE44C}">
      <dgm:prSet/>
      <dgm:spPr/>
      <dgm:t>
        <a:bodyPr/>
        <a:lstStyle/>
        <a:p>
          <a:endParaRPr lang="pt-PT"/>
        </a:p>
      </dgm:t>
    </dgm:pt>
    <dgm:pt modelId="{235E9675-A0A9-405E-AC08-F278CE99728F}" type="sibTrans" cxnId="{5906FF4C-AF57-43B4-A354-9DC9264CE44C}">
      <dgm:prSet/>
      <dgm:spPr/>
      <dgm:t>
        <a:bodyPr/>
        <a:lstStyle/>
        <a:p>
          <a:endParaRPr lang="pt-PT"/>
        </a:p>
      </dgm:t>
    </dgm:pt>
    <dgm:pt modelId="{9091AA45-2548-4396-8DE8-E12B679D8028}">
      <dgm:prSet phldrT="[Texto]"/>
      <dgm:spPr/>
      <dgm:t>
        <a:bodyPr/>
        <a:lstStyle/>
        <a:p>
          <a:r>
            <a:rPr lang="pt-PT" dirty="0"/>
            <a:t>Utensilio para aplicação de técnicas</a:t>
          </a:r>
        </a:p>
      </dgm:t>
    </dgm:pt>
    <dgm:pt modelId="{B3BD7255-3D7D-4B64-9DB8-20AD2B752F5A}" type="parTrans" cxnId="{119B5764-5E79-4F82-A43B-E09F7F90EAF1}">
      <dgm:prSet/>
      <dgm:spPr/>
      <dgm:t>
        <a:bodyPr/>
        <a:lstStyle/>
        <a:p>
          <a:endParaRPr lang="pt-PT"/>
        </a:p>
      </dgm:t>
    </dgm:pt>
    <dgm:pt modelId="{D1022BA2-B156-4B79-90BE-0163EC4229C3}" type="sibTrans" cxnId="{119B5764-5E79-4F82-A43B-E09F7F90EAF1}">
      <dgm:prSet/>
      <dgm:spPr/>
      <dgm:t>
        <a:bodyPr/>
        <a:lstStyle/>
        <a:p>
          <a:endParaRPr lang="pt-PT"/>
        </a:p>
      </dgm:t>
    </dgm:pt>
    <dgm:pt modelId="{26E35791-87F9-40C5-8515-766D4BE6A007}" type="pres">
      <dgm:prSet presAssocID="{BC61B826-52EF-4BD6-929A-09DA05833800}" presName="Name0" presStyleCnt="0">
        <dgm:presLayoutVars>
          <dgm:dir/>
          <dgm:resizeHandles val="exact"/>
        </dgm:presLayoutVars>
      </dgm:prSet>
      <dgm:spPr/>
    </dgm:pt>
    <dgm:pt modelId="{7242AD31-3D37-4BA4-A7E2-1B2CC55CA4CC}" type="pres">
      <dgm:prSet presAssocID="{7E96394E-554C-447B-AC9D-514EAD298B33}" presName="node" presStyleLbl="node1" presStyleIdx="0" presStyleCnt="2">
        <dgm:presLayoutVars>
          <dgm:bulletEnabled val="1"/>
        </dgm:presLayoutVars>
      </dgm:prSet>
      <dgm:spPr/>
    </dgm:pt>
    <dgm:pt modelId="{59B085C3-ACE1-477C-88EB-D31BEBA99A9F}" type="pres">
      <dgm:prSet presAssocID="{235E9675-A0A9-405E-AC08-F278CE99728F}" presName="sibTrans" presStyleLbl="sibTrans2D1" presStyleIdx="0" presStyleCnt="1"/>
      <dgm:spPr/>
    </dgm:pt>
    <dgm:pt modelId="{F6DC4C5A-C82E-451C-AF8B-AECC4083CA59}" type="pres">
      <dgm:prSet presAssocID="{235E9675-A0A9-405E-AC08-F278CE99728F}" presName="connectorText" presStyleLbl="sibTrans2D1" presStyleIdx="0" presStyleCnt="1"/>
      <dgm:spPr/>
    </dgm:pt>
    <dgm:pt modelId="{63CD7838-CCF0-48BC-A918-9DCD459CAAE8}" type="pres">
      <dgm:prSet presAssocID="{9091AA45-2548-4396-8DE8-E12B679D8028}" presName="node" presStyleLbl="node1" presStyleIdx="1" presStyleCnt="2">
        <dgm:presLayoutVars>
          <dgm:bulletEnabled val="1"/>
        </dgm:presLayoutVars>
      </dgm:prSet>
      <dgm:spPr/>
    </dgm:pt>
  </dgm:ptLst>
  <dgm:cxnLst>
    <dgm:cxn modelId="{64B0BF02-ACBD-4403-B68D-0A43675FA011}" type="presOf" srcId="{7E96394E-554C-447B-AC9D-514EAD298B33}" destId="{7242AD31-3D37-4BA4-A7E2-1B2CC55CA4CC}" srcOrd="0" destOrd="0" presId="urn:microsoft.com/office/officeart/2005/8/layout/process1"/>
    <dgm:cxn modelId="{D886F60E-33A8-46C5-8F30-B490173CDEE6}" type="presOf" srcId="{235E9675-A0A9-405E-AC08-F278CE99728F}" destId="{F6DC4C5A-C82E-451C-AF8B-AECC4083CA59}" srcOrd="1" destOrd="0" presId="urn:microsoft.com/office/officeart/2005/8/layout/process1"/>
    <dgm:cxn modelId="{119B5764-5E79-4F82-A43B-E09F7F90EAF1}" srcId="{BC61B826-52EF-4BD6-929A-09DA05833800}" destId="{9091AA45-2548-4396-8DE8-E12B679D8028}" srcOrd="1" destOrd="0" parTransId="{B3BD7255-3D7D-4B64-9DB8-20AD2B752F5A}" sibTransId="{D1022BA2-B156-4B79-90BE-0163EC4229C3}"/>
    <dgm:cxn modelId="{5906FF4C-AF57-43B4-A354-9DC9264CE44C}" srcId="{BC61B826-52EF-4BD6-929A-09DA05833800}" destId="{7E96394E-554C-447B-AC9D-514EAD298B33}" srcOrd="0" destOrd="0" parTransId="{9177CF38-CE07-4267-8E41-6CEE287ABF5D}" sibTransId="{235E9675-A0A9-405E-AC08-F278CE99728F}"/>
    <dgm:cxn modelId="{E18E74A8-82A8-4CD2-9C3A-72AD537B79DA}" type="presOf" srcId="{235E9675-A0A9-405E-AC08-F278CE99728F}" destId="{59B085C3-ACE1-477C-88EB-D31BEBA99A9F}" srcOrd="0" destOrd="0" presId="urn:microsoft.com/office/officeart/2005/8/layout/process1"/>
    <dgm:cxn modelId="{6F9116D4-F388-4E17-AFCC-31B4B8BD2AB3}" type="presOf" srcId="{9091AA45-2548-4396-8DE8-E12B679D8028}" destId="{63CD7838-CCF0-48BC-A918-9DCD459CAAE8}" srcOrd="0" destOrd="0" presId="urn:microsoft.com/office/officeart/2005/8/layout/process1"/>
    <dgm:cxn modelId="{EE3680F3-2F7F-4A1A-B3DC-1241ABFD42D2}" type="presOf" srcId="{BC61B826-52EF-4BD6-929A-09DA05833800}" destId="{26E35791-87F9-40C5-8515-766D4BE6A007}" srcOrd="0" destOrd="0" presId="urn:microsoft.com/office/officeart/2005/8/layout/process1"/>
    <dgm:cxn modelId="{63232094-B31A-4B3F-B96D-FFB65162E6ED}" type="presParOf" srcId="{26E35791-87F9-40C5-8515-766D4BE6A007}" destId="{7242AD31-3D37-4BA4-A7E2-1B2CC55CA4CC}" srcOrd="0" destOrd="0" presId="urn:microsoft.com/office/officeart/2005/8/layout/process1"/>
    <dgm:cxn modelId="{2DC27F73-65E9-4BAE-890A-9B2AE0A19EDE}" type="presParOf" srcId="{26E35791-87F9-40C5-8515-766D4BE6A007}" destId="{59B085C3-ACE1-477C-88EB-D31BEBA99A9F}" srcOrd="1" destOrd="0" presId="urn:microsoft.com/office/officeart/2005/8/layout/process1"/>
    <dgm:cxn modelId="{F8115E79-6B51-4EAA-9213-38DF2E41B6DB}" type="presParOf" srcId="{59B085C3-ACE1-477C-88EB-D31BEBA99A9F}" destId="{F6DC4C5A-C82E-451C-AF8B-AECC4083CA59}" srcOrd="0" destOrd="0" presId="urn:microsoft.com/office/officeart/2005/8/layout/process1"/>
    <dgm:cxn modelId="{F550E6AC-EEF9-47B7-BF57-985976DF2976}" type="presParOf" srcId="{26E35791-87F9-40C5-8515-766D4BE6A007}" destId="{63CD7838-CCF0-48BC-A918-9DCD459CAAE8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BA8E7B71-52F3-4F83-9005-4C7B13753738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DEB871DF-C93D-4D23-BE16-DDF69278D63E}">
      <dgm:prSet phldrT="[Texto]" custT="1"/>
      <dgm:spPr/>
      <dgm:t>
        <a:bodyPr/>
        <a:lstStyle/>
        <a:p>
          <a:r>
            <a:rPr lang="pt-PT" sz="4800" dirty="0"/>
            <a:t>Automatismos gestuais de base</a:t>
          </a:r>
        </a:p>
      </dgm:t>
    </dgm:pt>
    <dgm:pt modelId="{8C7E516B-DB93-4379-9BE1-296FCD31DB65}" type="parTrans" cxnId="{DCD1E8A8-E9B2-4AE3-911F-2B71471D68DC}">
      <dgm:prSet/>
      <dgm:spPr/>
      <dgm:t>
        <a:bodyPr/>
        <a:lstStyle/>
        <a:p>
          <a:endParaRPr lang="pt-PT"/>
        </a:p>
      </dgm:t>
    </dgm:pt>
    <dgm:pt modelId="{9DDEB013-73F6-4CE1-919F-EED2EE65F141}" type="sibTrans" cxnId="{DCD1E8A8-E9B2-4AE3-911F-2B71471D68DC}">
      <dgm:prSet/>
      <dgm:spPr/>
      <dgm:t>
        <a:bodyPr/>
        <a:lstStyle/>
        <a:p>
          <a:endParaRPr lang="pt-PT"/>
        </a:p>
      </dgm:t>
    </dgm:pt>
    <dgm:pt modelId="{6F8A1C23-55E3-4464-93B4-6AED76FD46D1}">
      <dgm:prSet phldrT="[Texto]"/>
      <dgm:spPr/>
      <dgm:t>
        <a:bodyPr/>
        <a:lstStyle/>
        <a:p>
          <a:r>
            <a:rPr lang="pt-PT" dirty="0"/>
            <a:t>Aprendizagem distribuída, exercícios analíticos</a:t>
          </a:r>
        </a:p>
      </dgm:t>
    </dgm:pt>
    <dgm:pt modelId="{0C094365-E004-4FBA-BEE3-DA587D991E9D}" type="parTrans" cxnId="{4B09E3E8-27AF-4B1B-BAD5-268EB3B46953}">
      <dgm:prSet/>
      <dgm:spPr/>
      <dgm:t>
        <a:bodyPr/>
        <a:lstStyle/>
        <a:p>
          <a:endParaRPr lang="pt-PT"/>
        </a:p>
      </dgm:t>
    </dgm:pt>
    <dgm:pt modelId="{18703151-E735-42BF-A6D6-EE640BDF490B}" type="sibTrans" cxnId="{4B09E3E8-27AF-4B1B-BAD5-268EB3B46953}">
      <dgm:prSet/>
      <dgm:spPr/>
      <dgm:t>
        <a:bodyPr/>
        <a:lstStyle/>
        <a:p>
          <a:endParaRPr lang="pt-PT"/>
        </a:p>
      </dgm:t>
    </dgm:pt>
    <dgm:pt modelId="{8667D4C4-EB5A-42EC-A54B-63F2729D6015}" type="pres">
      <dgm:prSet presAssocID="{BA8E7B71-52F3-4F83-9005-4C7B13753738}" presName="Name0" presStyleCnt="0">
        <dgm:presLayoutVars>
          <dgm:dir/>
          <dgm:resizeHandles val="exact"/>
        </dgm:presLayoutVars>
      </dgm:prSet>
      <dgm:spPr/>
    </dgm:pt>
    <dgm:pt modelId="{C80593BC-8B72-4C37-A66B-EC3B1C72501B}" type="pres">
      <dgm:prSet presAssocID="{DEB871DF-C93D-4D23-BE16-DDF69278D63E}" presName="node" presStyleLbl="node1" presStyleIdx="0" presStyleCnt="2">
        <dgm:presLayoutVars>
          <dgm:bulletEnabled val="1"/>
        </dgm:presLayoutVars>
      </dgm:prSet>
      <dgm:spPr/>
    </dgm:pt>
    <dgm:pt modelId="{01B56EA4-92BF-4A93-A3C9-ECB352BB80EE}" type="pres">
      <dgm:prSet presAssocID="{9DDEB013-73F6-4CE1-919F-EED2EE65F141}" presName="sibTrans" presStyleLbl="sibTrans2D1" presStyleIdx="0" presStyleCnt="1"/>
      <dgm:spPr/>
    </dgm:pt>
    <dgm:pt modelId="{129C17EF-0BF5-48D1-A178-1FA7AED04A65}" type="pres">
      <dgm:prSet presAssocID="{9DDEB013-73F6-4CE1-919F-EED2EE65F141}" presName="connectorText" presStyleLbl="sibTrans2D1" presStyleIdx="0" presStyleCnt="1"/>
      <dgm:spPr/>
    </dgm:pt>
    <dgm:pt modelId="{F9A93D42-3F0D-4279-89D7-9036ECF14BCB}" type="pres">
      <dgm:prSet presAssocID="{6F8A1C23-55E3-4464-93B4-6AED76FD46D1}" presName="node" presStyleLbl="node1" presStyleIdx="1" presStyleCnt="2">
        <dgm:presLayoutVars>
          <dgm:bulletEnabled val="1"/>
        </dgm:presLayoutVars>
      </dgm:prSet>
      <dgm:spPr/>
    </dgm:pt>
  </dgm:ptLst>
  <dgm:cxnLst>
    <dgm:cxn modelId="{EB1E1512-71B5-46B4-B4C3-1E0DFD31F69A}" type="presOf" srcId="{DEB871DF-C93D-4D23-BE16-DDF69278D63E}" destId="{C80593BC-8B72-4C37-A66B-EC3B1C72501B}" srcOrd="0" destOrd="0" presId="urn:microsoft.com/office/officeart/2005/8/layout/process1"/>
    <dgm:cxn modelId="{2B535113-AF11-4DC2-A633-4BD8366B771F}" type="presOf" srcId="{BA8E7B71-52F3-4F83-9005-4C7B13753738}" destId="{8667D4C4-EB5A-42EC-A54B-63F2729D6015}" srcOrd="0" destOrd="0" presId="urn:microsoft.com/office/officeart/2005/8/layout/process1"/>
    <dgm:cxn modelId="{AF659521-A8ED-4D50-B572-C023EF2A4874}" type="presOf" srcId="{9DDEB013-73F6-4CE1-919F-EED2EE65F141}" destId="{01B56EA4-92BF-4A93-A3C9-ECB352BB80EE}" srcOrd="0" destOrd="0" presId="urn:microsoft.com/office/officeart/2005/8/layout/process1"/>
    <dgm:cxn modelId="{DCD1E8A8-E9B2-4AE3-911F-2B71471D68DC}" srcId="{BA8E7B71-52F3-4F83-9005-4C7B13753738}" destId="{DEB871DF-C93D-4D23-BE16-DDF69278D63E}" srcOrd="0" destOrd="0" parTransId="{8C7E516B-DB93-4379-9BE1-296FCD31DB65}" sibTransId="{9DDEB013-73F6-4CE1-919F-EED2EE65F141}"/>
    <dgm:cxn modelId="{7D715AC7-1E34-4296-8836-703B8446F9C9}" type="presOf" srcId="{6F8A1C23-55E3-4464-93B4-6AED76FD46D1}" destId="{F9A93D42-3F0D-4279-89D7-9036ECF14BCB}" srcOrd="0" destOrd="0" presId="urn:microsoft.com/office/officeart/2005/8/layout/process1"/>
    <dgm:cxn modelId="{7FF627E8-E055-4BCD-AC81-598CD4FA97CE}" type="presOf" srcId="{9DDEB013-73F6-4CE1-919F-EED2EE65F141}" destId="{129C17EF-0BF5-48D1-A178-1FA7AED04A65}" srcOrd="1" destOrd="0" presId="urn:microsoft.com/office/officeart/2005/8/layout/process1"/>
    <dgm:cxn modelId="{4B09E3E8-27AF-4B1B-BAD5-268EB3B46953}" srcId="{BA8E7B71-52F3-4F83-9005-4C7B13753738}" destId="{6F8A1C23-55E3-4464-93B4-6AED76FD46D1}" srcOrd="1" destOrd="0" parTransId="{0C094365-E004-4FBA-BEE3-DA587D991E9D}" sibTransId="{18703151-E735-42BF-A6D6-EE640BDF490B}"/>
    <dgm:cxn modelId="{8490A1C5-6A51-4602-8F4A-0BCA0D4EC176}" type="presParOf" srcId="{8667D4C4-EB5A-42EC-A54B-63F2729D6015}" destId="{C80593BC-8B72-4C37-A66B-EC3B1C72501B}" srcOrd="0" destOrd="0" presId="urn:microsoft.com/office/officeart/2005/8/layout/process1"/>
    <dgm:cxn modelId="{728B77A9-A2F8-450E-836C-69447B113D7F}" type="presParOf" srcId="{8667D4C4-EB5A-42EC-A54B-63F2729D6015}" destId="{01B56EA4-92BF-4A93-A3C9-ECB352BB80EE}" srcOrd="1" destOrd="0" presId="urn:microsoft.com/office/officeart/2005/8/layout/process1"/>
    <dgm:cxn modelId="{FC0A3E80-7357-4F3A-9FC9-1819EE9FC3D5}" type="presParOf" srcId="{01B56EA4-92BF-4A93-A3C9-ECB352BB80EE}" destId="{129C17EF-0BF5-48D1-A178-1FA7AED04A65}" srcOrd="0" destOrd="0" presId="urn:microsoft.com/office/officeart/2005/8/layout/process1"/>
    <dgm:cxn modelId="{D9BC41CF-BB68-4497-A8A7-AE47DD299EAB}" type="presParOf" srcId="{8667D4C4-EB5A-42EC-A54B-63F2729D6015}" destId="{F9A93D42-3F0D-4279-89D7-9036ECF14BCB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27DC8C51-DA45-44AE-9C29-810A80648965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AF2AE14B-7C3F-4A82-8939-229F0ABA0238}">
      <dgm:prSet phldrT="[Texto]" custT="1"/>
      <dgm:spPr/>
      <dgm:t>
        <a:bodyPr/>
        <a:lstStyle/>
        <a:p>
          <a:r>
            <a:rPr lang="pt-PT" sz="4000" dirty="0"/>
            <a:t>Interação do instruendo com os restantes elementos da via publica</a:t>
          </a:r>
        </a:p>
      </dgm:t>
    </dgm:pt>
    <dgm:pt modelId="{EA10F9F6-767A-4E9F-83A2-431F1C355248}" type="parTrans" cxnId="{A0CA97BB-41F2-4E2C-8B87-4BF242F9417D}">
      <dgm:prSet/>
      <dgm:spPr/>
      <dgm:t>
        <a:bodyPr/>
        <a:lstStyle/>
        <a:p>
          <a:endParaRPr lang="pt-PT"/>
        </a:p>
      </dgm:t>
    </dgm:pt>
    <dgm:pt modelId="{9B9E33C7-7DED-4194-A097-31BFDB525A4D}" type="sibTrans" cxnId="{A0CA97BB-41F2-4E2C-8B87-4BF242F9417D}">
      <dgm:prSet/>
      <dgm:spPr/>
      <dgm:t>
        <a:bodyPr/>
        <a:lstStyle/>
        <a:p>
          <a:endParaRPr lang="pt-PT"/>
        </a:p>
      </dgm:t>
    </dgm:pt>
    <dgm:pt modelId="{B2DD6A5E-79B4-470A-9FCC-4FAFCAC8FE63}">
      <dgm:prSet phldrT="[Texto]"/>
      <dgm:spPr/>
      <dgm:t>
        <a:bodyPr/>
        <a:lstStyle/>
        <a:p>
          <a:r>
            <a:rPr lang="pt-PT" dirty="0"/>
            <a:t>Exercícios globais</a:t>
          </a:r>
        </a:p>
      </dgm:t>
    </dgm:pt>
    <dgm:pt modelId="{8EBFFF19-4B09-45C1-AB66-0B9CC17D543A}" type="parTrans" cxnId="{01ABD77E-FAED-42FE-806C-52DB9194FEB0}">
      <dgm:prSet/>
      <dgm:spPr/>
      <dgm:t>
        <a:bodyPr/>
        <a:lstStyle/>
        <a:p>
          <a:endParaRPr lang="pt-PT"/>
        </a:p>
      </dgm:t>
    </dgm:pt>
    <dgm:pt modelId="{C72705FD-906F-4EB4-88C1-C9A10A0A41D7}" type="sibTrans" cxnId="{01ABD77E-FAED-42FE-806C-52DB9194FEB0}">
      <dgm:prSet/>
      <dgm:spPr/>
      <dgm:t>
        <a:bodyPr/>
        <a:lstStyle/>
        <a:p>
          <a:endParaRPr lang="pt-PT"/>
        </a:p>
      </dgm:t>
    </dgm:pt>
    <dgm:pt modelId="{B4FB7A02-4BD5-4FD7-8521-BD467C73945C}" type="pres">
      <dgm:prSet presAssocID="{27DC8C51-DA45-44AE-9C29-810A80648965}" presName="Name0" presStyleCnt="0">
        <dgm:presLayoutVars>
          <dgm:dir/>
          <dgm:resizeHandles val="exact"/>
        </dgm:presLayoutVars>
      </dgm:prSet>
      <dgm:spPr/>
    </dgm:pt>
    <dgm:pt modelId="{DA34D846-2D45-49FE-A749-9B623A1B88EA}" type="pres">
      <dgm:prSet presAssocID="{AF2AE14B-7C3F-4A82-8939-229F0ABA0238}" presName="node" presStyleLbl="node1" presStyleIdx="0" presStyleCnt="2">
        <dgm:presLayoutVars>
          <dgm:bulletEnabled val="1"/>
        </dgm:presLayoutVars>
      </dgm:prSet>
      <dgm:spPr/>
    </dgm:pt>
    <dgm:pt modelId="{10AB0FD9-2DDB-4865-8AEB-D07D671AF234}" type="pres">
      <dgm:prSet presAssocID="{9B9E33C7-7DED-4194-A097-31BFDB525A4D}" presName="sibTrans" presStyleLbl="sibTrans2D1" presStyleIdx="0" presStyleCnt="1"/>
      <dgm:spPr/>
    </dgm:pt>
    <dgm:pt modelId="{977C5D1B-F748-42FD-8361-E5D725F64E78}" type="pres">
      <dgm:prSet presAssocID="{9B9E33C7-7DED-4194-A097-31BFDB525A4D}" presName="connectorText" presStyleLbl="sibTrans2D1" presStyleIdx="0" presStyleCnt="1"/>
      <dgm:spPr/>
    </dgm:pt>
    <dgm:pt modelId="{E64D5190-CA14-479F-9712-F3FFCA69FC8A}" type="pres">
      <dgm:prSet presAssocID="{B2DD6A5E-79B4-470A-9FCC-4FAFCAC8FE63}" presName="node" presStyleLbl="node1" presStyleIdx="1" presStyleCnt="2">
        <dgm:presLayoutVars>
          <dgm:bulletEnabled val="1"/>
        </dgm:presLayoutVars>
      </dgm:prSet>
      <dgm:spPr/>
    </dgm:pt>
  </dgm:ptLst>
  <dgm:cxnLst>
    <dgm:cxn modelId="{E62CED0A-B715-49ED-A569-89937C83E5B9}" type="presOf" srcId="{27DC8C51-DA45-44AE-9C29-810A80648965}" destId="{B4FB7A02-4BD5-4FD7-8521-BD467C73945C}" srcOrd="0" destOrd="0" presId="urn:microsoft.com/office/officeart/2005/8/layout/process1"/>
    <dgm:cxn modelId="{27777074-C621-41D9-96E4-1406195149AF}" type="presOf" srcId="{B2DD6A5E-79B4-470A-9FCC-4FAFCAC8FE63}" destId="{E64D5190-CA14-479F-9712-F3FFCA69FC8A}" srcOrd="0" destOrd="0" presId="urn:microsoft.com/office/officeart/2005/8/layout/process1"/>
    <dgm:cxn modelId="{2FC35654-7A36-46FF-81A0-2465BC4355D6}" type="presOf" srcId="{9B9E33C7-7DED-4194-A097-31BFDB525A4D}" destId="{977C5D1B-F748-42FD-8361-E5D725F64E78}" srcOrd="1" destOrd="0" presId="urn:microsoft.com/office/officeart/2005/8/layout/process1"/>
    <dgm:cxn modelId="{01ABD77E-FAED-42FE-806C-52DB9194FEB0}" srcId="{27DC8C51-DA45-44AE-9C29-810A80648965}" destId="{B2DD6A5E-79B4-470A-9FCC-4FAFCAC8FE63}" srcOrd="1" destOrd="0" parTransId="{8EBFFF19-4B09-45C1-AB66-0B9CC17D543A}" sibTransId="{C72705FD-906F-4EB4-88C1-C9A10A0A41D7}"/>
    <dgm:cxn modelId="{6F287F7F-A520-4E97-A660-6DFF6CFA1376}" type="presOf" srcId="{9B9E33C7-7DED-4194-A097-31BFDB525A4D}" destId="{10AB0FD9-2DDB-4865-8AEB-D07D671AF234}" srcOrd="0" destOrd="0" presId="urn:microsoft.com/office/officeart/2005/8/layout/process1"/>
    <dgm:cxn modelId="{00484A85-E01C-4D74-86CD-BC7BD76F7850}" type="presOf" srcId="{AF2AE14B-7C3F-4A82-8939-229F0ABA0238}" destId="{DA34D846-2D45-49FE-A749-9B623A1B88EA}" srcOrd="0" destOrd="0" presId="urn:microsoft.com/office/officeart/2005/8/layout/process1"/>
    <dgm:cxn modelId="{A0CA97BB-41F2-4E2C-8B87-4BF242F9417D}" srcId="{27DC8C51-DA45-44AE-9C29-810A80648965}" destId="{AF2AE14B-7C3F-4A82-8939-229F0ABA0238}" srcOrd="0" destOrd="0" parTransId="{EA10F9F6-767A-4E9F-83A2-431F1C355248}" sibTransId="{9B9E33C7-7DED-4194-A097-31BFDB525A4D}"/>
    <dgm:cxn modelId="{27DA9DF9-1D19-4C8E-AA58-202565AEDD2B}" type="presParOf" srcId="{B4FB7A02-4BD5-4FD7-8521-BD467C73945C}" destId="{DA34D846-2D45-49FE-A749-9B623A1B88EA}" srcOrd="0" destOrd="0" presId="urn:microsoft.com/office/officeart/2005/8/layout/process1"/>
    <dgm:cxn modelId="{401F1A1D-D829-45C4-B683-2DDBFF7B280E}" type="presParOf" srcId="{B4FB7A02-4BD5-4FD7-8521-BD467C73945C}" destId="{10AB0FD9-2DDB-4865-8AEB-D07D671AF234}" srcOrd="1" destOrd="0" presId="urn:microsoft.com/office/officeart/2005/8/layout/process1"/>
    <dgm:cxn modelId="{0094290A-F83E-42E3-99C0-7CAA8DC910D6}" type="presParOf" srcId="{10AB0FD9-2DDB-4865-8AEB-D07D671AF234}" destId="{977C5D1B-F748-42FD-8361-E5D725F64E78}" srcOrd="0" destOrd="0" presId="urn:microsoft.com/office/officeart/2005/8/layout/process1"/>
    <dgm:cxn modelId="{CE446FF6-8310-4E53-A066-45C8B4B09E41}" type="presParOf" srcId="{B4FB7A02-4BD5-4FD7-8521-BD467C73945C}" destId="{E64D5190-CA14-479F-9712-F3FFCA69FC8A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34674235-C23E-4D0A-865C-9E536B1161D4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9E8CFD47-E802-4DCE-AA1E-B8F929BBD018}">
      <dgm:prSet phldrT="[Texto]" custT="1"/>
      <dgm:spPr/>
      <dgm:t>
        <a:bodyPr/>
        <a:lstStyle/>
        <a:p>
          <a:r>
            <a:rPr lang="pt-PT" sz="5400" dirty="0"/>
            <a:t>Principio do reforço</a:t>
          </a:r>
        </a:p>
      </dgm:t>
    </dgm:pt>
    <dgm:pt modelId="{38782CE7-07C3-4C9F-8A3D-92FA8A0BA58C}" type="parTrans" cxnId="{D15DA4DE-1C68-4180-AF51-D986875D77AF}">
      <dgm:prSet/>
      <dgm:spPr/>
      <dgm:t>
        <a:bodyPr/>
        <a:lstStyle/>
        <a:p>
          <a:endParaRPr lang="pt-PT"/>
        </a:p>
      </dgm:t>
    </dgm:pt>
    <dgm:pt modelId="{2CD60D0D-E921-47DD-8F9A-646DCCAF9386}" type="sibTrans" cxnId="{D15DA4DE-1C68-4180-AF51-D986875D77AF}">
      <dgm:prSet/>
      <dgm:spPr/>
      <dgm:t>
        <a:bodyPr/>
        <a:lstStyle/>
        <a:p>
          <a:endParaRPr lang="pt-PT"/>
        </a:p>
      </dgm:t>
    </dgm:pt>
    <dgm:pt modelId="{8CD07EED-DD47-43A0-AFD3-0255CCF7CBD2}">
      <dgm:prSet phldrT="[Texto]"/>
      <dgm:spPr/>
      <dgm:t>
        <a:bodyPr/>
        <a:lstStyle/>
        <a:p>
          <a:r>
            <a:rPr lang="pt-PT" dirty="0"/>
            <a:t>Realização de comportamentos corretos</a:t>
          </a:r>
        </a:p>
      </dgm:t>
    </dgm:pt>
    <dgm:pt modelId="{15FB9ACD-A4E1-47E0-9B1C-119F20EA45DC}" type="parTrans" cxnId="{C0C8132B-C014-4473-966C-D8C34AC4F4BB}">
      <dgm:prSet/>
      <dgm:spPr/>
      <dgm:t>
        <a:bodyPr/>
        <a:lstStyle/>
        <a:p>
          <a:endParaRPr lang="pt-PT"/>
        </a:p>
      </dgm:t>
    </dgm:pt>
    <dgm:pt modelId="{E141F8F9-EC78-4DAE-A590-5FB06AA4FAA8}" type="sibTrans" cxnId="{C0C8132B-C014-4473-966C-D8C34AC4F4BB}">
      <dgm:prSet/>
      <dgm:spPr/>
      <dgm:t>
        <a:bodyPr/>
        <a:lstStyle/>
        <a:p>
          <a:endParaRPr lang="pt-PT"/>
        </a:p>
      </dgm:t>
    </dgm:pt>
    <dgm:pt modelId="{955B06FE-827C-4C4C-958C-670D18E2B53C}" type="pres">
      <dgm:prSet presAssocID="{34674235-C23E-4D0A-865C-9E536B1161D4}" presName="Name0" presStyleCnt="0">
        <dgm:presLayoutVars>
          <dgm:dir/>
          <dgm:resizeHandles val="exact"/>
        </dgm:presLayoutVars>
      </dgm:prSet>
      <dgm:spPr/>
    </dgm:pt>
    <dgm:pt modelId="{E907E28F-85C0-4505-89CB-AEF13EF1641A}" type="pres">
      <dgm:prSet presAssocID="{9E8CFD47-E802-4DCE-AA1E-B8F929BBD018}" presName="node" presStyleLbl="node1" presStyleIdx="0" presStyleCnt="2">
        <dgm:presLayoutVars>
          <dgm:bulletEnabled val="1"/>
        </dgm:presLayoutVars>
      </dgm:prSet>
      <dgm:spPr/>
    </dgm:pt>
    <dgm:pt modelId="{A33EF6DF-FCE2-4657-A2BA-3B57FD91CAC3}" type="pres">
      <dgm:prSet presAssocID="{2CD60D0D-E921-47DD-8F9A-646DCCAF9386}" presName="sibTrans" presStyleLbl="sibTrans2D1" presStyleIdx="0" presStyleCnt="1"/>
      <dgm:spPr/>
    </dgm:pt>
    <dgm:pt modelId="{C8912AC2-E11A-445A-9E2D-6AB995866DBB}" type="pres">
      <dgm:prSet presAssocID="{2CD60D0D-E921-47DD-8F9A-646DCCAF9386}" presName="connectorText" presStyleLbl="sibTrans2D1" presStyleIdx="0" presStyleCnt="1"/>
      <dgm:spPr/>
    </dgm:pt>
    <dgm:pt modelId="{1C27AE8B-7C92-4498-BA43-F07CC2FB8376}" type="pres">
      <dgm:prSet presAssocID="{8CD07EED-DD47-43A0-AFD3-0255CCF7CBD2}" presName="node" presStyleLbl="node1" presStyleIdx="1" presStyleCnt="2">
        <dgm:presLayoutVars>
          <dgm:bulletEnabled val="1"/>
        </dgm:presLayoutVars>
      </dgm:prSet>
      <dgm:spPr/>
    </dgm:pt>
  </dgm:ptLst>
  <dgm:cxnLst>
    <dgm:cxn modelId="{E0B96B18-1A50-4CDA-856E-9D0B4D40C526}" type="presOf" srcId="{2CD60D0D-E921-47DD-8F9A-646DCCAF9386}" destId="{A33EF6DF-FCE2-4657-A2BA-3B57FD91CAC3}" srcOrd="0" destOrd="0" presId="urn:microsoft.com/office/officeart/2005/8/layout/process1"/>
    <dgm:cxn modelId="{C0C8132B-C014-4473-966C-D8C34AC4F4BB}" srcId="{34674235-C23E-4D0A-865C-9E536B1161D4}" destId="{8CD07EED-DD47-43A0-AFD3-0255CCF7CBD2}" srcOrd="1" destOrd="0" parTransId="{15FB9ACD-A4E1-47E0-9B1C-119F20EA45DC}" sibTransId="{E141F8F9-EC78-4DAE-A590-5FB06AA4FAA8}"/>
    <dgm:cxn modelId="{FE5F244D-813C-4520-A876-11D3CDE12B5B}" type="presOf" srcId="{9E8CFD47-E802-4DCE-AA1E-B8F929BBD018}" destId="{E907E28F-85C0-4505-89CB-AEF13EF1641A}" srcOrd="0" destOrd="0" presId="urn:microsoft.com/office/officeart/2005/8/layout/process1"/>
    <dgm:cxn modelId="{E2DF5A4E-9570-47FD-8F43-FE24C53D6B00}" type="presOf" srcId="{8CD07EED-DD47-43A0-AFD3-0255CCF7CBD2}" destId="{1C27AE8B-7C92-4498-BA43-F07CC2FB8376}" srcOrd="0" destOrd="0" presId="urn:microsoft.com/office/officeart/2005/8/layout/process1"/>
    <dgm:cxn modelId="{A85C6654-054D-4722-854F-128CBBC77325}" type="presOf" srcId="{2CD60D0D-E921-47DD-8F9A-646DCCAF9386}" destId="{C8912AC2-E11A-445A-9E2D-6AB995866DBB}" srcOrd="1" destOrd="0" presId="urn:microsoft.com/office/officeart/2005/8/layout/process1"/>
    <dgm:cxn modelId="{BE3A14D6-4122-49F4-9328-DA20B3478394}" type="presOf" srcId="{34674235-C23E-4D0A-865C-9E536B1161D4}" destId="{955B06FE-827C-4C4C-958C-670D18E2B53C}" srcOrd="0" destOrd="0" presId="urn:microsoft.com/office/officeart/2005/8/layout/process1"/>
    <dgm:cxn modelId="{D15DA4DE-1C68-4180-AF51-D986875D77AF}" srcId="{34674235-C23E-4D0A-865C-9E536B1161D4}" destId="{9E8CFD47-E802-4DCE-AA1E-B8F929BBD018}" srcOrd="0" destOrd="0" parTransId="{38782CE7-07C3-4C9F-8A3D-92FA8A0BA58C}" sibTransId="{2CD60D0D-E921-47DD-8F9A-646DCCAF9386}"/>
    <dgm:cxn modelId="{651C42C9-D239-4899-A875-44AE47B94333}" type="presParOf" srcId="{955B06FE-827C-4C4C-958C-670D18E2B53C}" destId="{E907E28F-85C0-4505-89CB-AEF13EF1641A}" srcOrd="0" destOrd="0" presId="urn:microsoft.com/office/officeart/2005/8/layout/process1"/>
    <dgm:cxn modelId="{92DA5BFF-5FAF-4FCE-9BF4-DDCE04D3103F}" type="presParOf" srcId="{955B06FE-827C-4C4C-958C-670D18E2B53C}" destId="{A33EF6DF-FCE2-4657-A2BA-3B57FD91CAC3}" srcOrd="1" destOrd="0" presId="urn:microsoft.com/office/officeart/2005/8/layout/process1"/>
    <dgm:cxn modelId="{86CEFA6D-58C2-47D3-B1C9-DF0CF965A2BA}" type="presParOf" srcId="{A33EF6DF-FCE2-4657-A2BA-3B57FD91CAC3}" destId="{C8912AC2-E11A-445A-9E2D-6AB995866DBB}" srcOrd="0" destOrd="0" presId="urn:microsoft.com/office/officeart/2005/8/layout/process1"/>
    <dgm:cxn modelId="{AC93A4D6-34CE-4987-8C65-4EB39352B83E}" type="presParOf" srcId="{955B06FE-827C-4C4C-958C-670D18E2B53C}" destId="{1C27AE8B-7C92-4498-BA43-F07CC2FB8376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D56234E2-A12F-4A45-B08D-0FA0D1B17B1B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979F7DD7-19A9-457A-BFC8-630C8B680B51}">
      <dgm:prSet phldrT="[Texto]" custT="1"/>
      <dgm:spPr/>
      <dgm:t>
        <a:bodyPr/>
        <a:lstStyle/>
        <a:p>
          <a:r>
            <a:rPr lang="pt-PT" sz="5400" dirty="0"/>
            <a:t>Condução defensiva</a:t>
          </a:r>
        </a:p>
      </dgm:t>
    </dgm:pt>
    <dgm:pt modelId="{179E80F4-B7CB-48DC-A84A-A83289F05EF1}" type="parTrans" cxnId="{0F478EBC-0379-43F7-A9A1-F96810F07E2F}">
      <dgm:prSet/>
      <dgm:spPr/>
      <dgm:t>
        <a:bodyPr/>
        <a:lstStyle/>
        <a:p>
          <a:endParaRPr lang="pt-PT"/>
        </a:p>
      </dgm:t>
    </dgm:pt>
    <dgm:pt modelId="{43EBA2D1-FFDA-4271-BABD-82F77B2A5C4F}" type="sibTrans" cxnId="{0F478EBC-0379-43F7-A9A1-F96810F07E2F}">
      <dgm:prSet/>
      <dgm:spPr/>
      <dgm:t>
        <a:bodyPr/>
        <a:lstStyle/>
        <a:p>
          <a:endParaRPr lang="pt-PT"/>
        </a:p>
      </dgm:t>
    </dgm:pt>
    <dgm:pt modelId="{C407BF96-C879-4A2A-8FDD-329E0AAF0B5A}">
      <dgm:prSet phldrT="[Texto]"/>
      <dgm:spPr/>
      <dgm:t>
        <a:bodyPr/>
        <a:lstStyle/>
        <a:p>
          <a:r>
            <a:rPr lang="pt-PT" dirty="0"/>
            <a:t>Aprendizagem em grupo</a:t>
          </a:r>
        </a:p>
      </dgm:t>
    </dgm:pt>
    <dgm:pt modelId="{AEC84B46-BB28-461B-905E-ABBC416FED23}" type="parTrans" cxnId="{7ED18DAD-3F0F-4E0D-A463-B56F2AB260EA}">
      <dgm:prSet/>
      <dgm:spPr/>
      <dgm:t>
        <a:bodyPr/>
        <a:lstStyle/>
        <a:p>
          <a:endParaRPr lang="pt-PT"/>
        </a:p>
      </dgm:t>
    </dgm:pt>
    <dgm:pt modelId="{48C1DB64-C90E-4A14-A377-245528E2F7BC}" type="sibTrans" cxnId="{7ED18DAD-3F0F-4E0D-A463-B56F2AB260EA}">
      <dgm:prSet/>
      <dgm:spPr/>
      <dgm:t>
        <a:bodyPr/>
        <a:lstStyle/>
        <a:p>
          <a:endParaRPr lang="pt-PT"/>
        </a:p>
      </dgm:t>
    </dgm:pt>
    <dgm:pt modelId="{F134B70F-E9F2-4AAD-B694-8F5DBF313344}" type="pres">
      <dgm:prSet presAssocID="{D56234E2-A12F-4A45-B08D-0FA0D1B17B1B}" presName="Name0" presStyleCnt="0">
        <dgm:presLayoutVars>
          <dgm:dir/>
          <dgm:resizeHandles val="exact"/>
        </dgm:presLayoutVars>
      </dgm:prSet>
      <dgm:spPr/>
    </dgm:pt>
    <dgm:pt modelId="{9D7B850F-1A7B-4DD2-9951-7E98928AB2BC}" type="pres">
      <dgm:prSet presAssocID="{979F7DD7-19A9-457A-BFC8-630C8B680B51}" presName="node" presStyleLbl="node1" presStyleIdx="0" presStyleCnt="2">
        <dgm:presLayoutVars>
          <dgm:bulletEnabled val="1"/>
        </dgm:presLayoutVars>
      </dgm:prSet>
      <dgm:spPr/>
    </dgm:pt>
    <dgm:pt modelId="{B5F6F4FA-2796-450E-976F-469893787EE1}" type="pres">
      <dgm:prSet presAssocID="{43EBA2D1-FFDA-4271-BABD-82F77B2A5C4F}" presName="sibTrans" presStyleLbl="sibTrans2D1" presStyleIdx="0" presStyleCnt="1"/>
      <dgm:spPr/>
    </dgm:pt>
    <dgm:pt modelId="{C7413832-9668-4B75-96CB-BE8C6A952F23}" type="pres">
      <dgm:prSet presAssocID="{43EBA2D1-FFDA-4271-BABD-82F77B2A5C4F}" presName="connectorText" presStyleLbl="sibTrans2D1" presStyleIdx="0" presStyleCnt="1"/>
      <dgm:spPr/>
    </dgm:pt>
    <dgm:pt modelId="{7CE2F5FA-3BCF-4C53-AF6C-B6CD9A20F301}" type="pres">
      <dgm:prSet presAssocID="{C407BF96-C879-4A2A-8FDD-329E0AAF0B5A}" presName="node" presStyleLbl="node1" presStyleIdx="1" presStyleCnt="2">
        <dgm:presLayoutVars>
          <dgm:bulletEnabled val="1"/>
        </dgm:presLayoutVars>
      </dgm:prSet>
      <dgm:spPr/>
    </dgm:pt>
  </dgm:ptLst>
  <dgm:cxnLst>
    <dgm:cxn modelId="{2A0BF10C-CA87-4062-8895-45B1B66CF976}" type="presOf" srcId="{C407BF96-C879-4A2A-8FDD-329E0AAF0B5A}" destId="{7CE2F5FA-3BCF-4C53-AF6C-B6CD9A20F301}" srcOrd="0" destOrd="0" presId="urn:microsoft.com/office/officeart/2005/8/layout/process1"/>
    <dgm:cxn modelId="{8D8C2D2F-1EAE-4D90-BA6A-B7E40ADC531B}" type="presOf" srcId="{43EBA2D1-FFDA-4271-BABD-82F77B2A5C4F}" destId="{C7413832-9668-4B75-96CB-BE8C6A952F23}" srcOrd="1" destOrd="0" presId="urn:microsoft.com/office/officeart/2005/8/layout/process1"/>
    <dgm:cxn modelId="{69928F3C-816C-4E0F-9621-2E29609B916F}" type="presOf" srcId="{43EBA2D1-FFDA-4271-BABD-82F77B2A5C4F}" destId="{B5F6F4FA-2796-450E-976F-469893787EE1}" srcOrd="0" destOrd="0" presId="urn:microsoft.com/office/officeart/2005/8/layout/process1"/>
    <dgm:cxn modelId="{5C69AE64-04E6-427E-8BB1-0DA0A592308E}" type="presOf" srcId="{979F7DD7-19A9-457A-BFC8-630C8B680B51}" destId="{9D7B850F-1A7B-4DD2-9951-7E98928AB2BC}" srcOrd="0" destOrd="0" presId="urn:microsoft.com/office/officeart/2005/8/layout/process1"/>
    <dgm:cxn modelId="{7ED18DAD-3F0F-4E0D-A463-B56F2AB260EA}" srcId="{D56234E2-A12F-4A45-B08D-0FA0D1B17B1B}" destId="{C407BF96-C879-4A2A-8FDD-329E0AAF0B5A}" srcOrd="1" destOrd="0" parTransId="{AEC84B46-BB28-461B-905E-ABBC416FED23}" sibTransId="{48C1DB64-C90E-4A14-A377-245528E2F7BC}"/>
    <dgm:cxn modelId="{C72096B7-6841-40F8-BBBE-5FB5B719A24C}" type="presOf" srcId="{D56234E2-A12F-4A45-B08D-0FA0D1B17B1B}" destId="{F134B70F-E9F2-4AAD-B694-8F5DBF313344}" srcOrd="0" destOrd="0" presId="urn:microsoft.com/office/officeart/2005/8/layout/process1"/>
    <dgm:cxn modelId="{0F478EBC-0379-43F7-A9A1-F96810F07E2F}" srcId="{D56234E2-A12F-4A45-B08D-0FA0D1B17B1B}" destId="{979F7DD7-19A9-457A-BFC8-630C8B680B51}" srcOrd="0" destOrd="0" parTransId="{179E80F4-B7CB-48DC-A84A-A83289F05EF1}" sibTransId="{43EBA2D1-FFDA-4271-BABD-82F77B2A5C4F}"/>
    <dgm:cxn modelId="{1F03E58F-E2ED-4605-B693-392C4D74969F}" type="presParOf" srcId="{F134B70F-E9F2-4AAD-B694-8F5DBF313344}" destId="{9D7B850F-1A7B-4DD2-9951-7E98928AB2BC}" srcOrd="0" destOrd="0" presId="urn:microsoft.com/office/officeart/2005/8/layout/process1"/>
    <dgm:cxn modelId="{79D87E4E-0ECB-45E7-A8EE-EE17B1C44DAE}" type="presParOf" srcId="{F134B70F-E9F2-4AAD-B694-8F5DBF313344}" destId="{B5F6F4FA-2796-450E-976F-469893787EE1}" srcOrd="1" destOrd="0" presId="urn:microsoft.com/office/officeart/2005/8/layout/process1"/>
    <dgm:cxn modelId="{CEC55A51-BF6E-4AA7-8DF5-15CD4255C4BA}" type="presParOf" srcId="{B5F6F4FA-2796-450E-976F-469893787EE1}" destId="{C7413832-9668-4B75-96CB-BE8C6A952F23}" srcOrd="0" destOrd="0" presId="urn:microsoft.com/office/officeart/2005/8/layout/process1"/>
    <dgm:cxn modelId="{7B58C132-CA9D-4740-88F5-6FDFD8C70283}" type="presParOf" srcId="{F134B70F-E9F2-4AAD-B694-8F5DBF313344}" destId="{7CE2F5FA-3BCF-4C53-AF6C-B6CD9A20F30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1073651F-1D85-4130-BA41-15945EC52875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47DA054B-39C6-4486-8F17-9DEF8D040BDC}">
      <dgm:prSet phldrT="[Texto]"/>
      <dgm:spPr/>
      <dgm:t>
        <a:bodyPr/>
        <a:lstStyle/>
        <a:p>
          <a:r>
            <a:rPr lang="pt-PT" dirty="0"/>
            <a:t>Condução defensiva</a:t>
          </a:r>
        </a:p>
      </dgm:t>
    </dgm:pt>
    <dgm:pt modelId="{8C713FB6-E82E-4246-AD4C-B9FFF0F3262F}" type="parTrans" cxnId="{1EF0A58D-55AD-4A1E-8DD9-404F23F1459F}">
      <dgm:prSet/>
      <dgm:spPr/>
      <dgm:t>
        <a:bodyPr/>
        <a:lstStyle/>
        <a:p>
          <a:endParaRPr lang="pt-PT"/>
        </a:p>
      </dgm:t>
    </dgm:pt>
    <dgm:pt modelId="{84F603CC-7A04-44FA-99B6-D01074AD3B00}" type="sibTrans" cxnId="{1EF0A58D-55AD-4A1E-8DD9-404F23F1459F}">
      <dgm:prSet/>
      <dgm:spPr/>
      <dgm:t>
        <a:bodyPr/>
        <a:lstStyle/>
        <a:p>
          <a:endParaRPr lang="pt-PT"/>
        </a:p>
      </dgm:t>
    </dgm:pt>
    <dgm:pt modelId="{AF154E44-2A5B-49AE-9C6A-F36D4F7C563F}">
      <dgm:prSet phldrT="[Texto]"/>
      <dgm:spPr/>
      <dgm:t>
        <a:bodyPr/>
        <a:lstStyle/>
        <a:p>
          <a:r>
            <a:rPr lang="pt-PT" dirty="0"/>
            <a:t>Método global</a:t>
          </a:r>
        </a:p>
      </dgm:t>
    </dgm:pt>
    <dgm:pt modelId="{4CA06E44-E646-4FEA-841C-585173C514AC}" type="parTrans" cxnId="{4CF71389-1ACA-4CC1-97C2-EF4C6DBE4E1C}">
      <dgm:prSet/>
      <dgm:spPr/>
      <dgm:t>
        <a:bodyPr/>
        <a:lstStyle/>
        <a:p>
          <a:endParaRPr lang="pt-PT"/>
        </a:p>
      </dgm:t>
    </dgm:pt>
    <dgm:pt modelId="{39AD1C2A-62FB-409E-B5C6-5C6749A34778}" type="sibTrans" cxnId="{4CF71389-1ACA-4CC1-97C2-EF4C6DBE4E1C}">
      <dgm:prSet/>
      <dgm:spPr/>
      <dgm:t>
        <a:bodyPr/>
        <a:lstStyle/>
        <a:p>
          <a:endParaRPr lang="pt-PT"/>
        </a:p>
      </dgm:t>
    </dgm:pt>
    <dgm:pt modelId="{F44040C3-ADE2-42D3-B735-BB47ABF43EC4}" type="pres">
      <dgm:prSet presAssocID="{1073651F-1D85-4130-BA41-15945EC52875}" presName="Name0" presStyleCnt="0">
        <dgm:presLayoutVars>
          <dgm:dir/>
          <dgm:resizeHandles val="exact"/>
        </dgm:presLayoutVars>
      </dgm:prSet>
      <dgm:spPr/>
    </dgm:pt>
    <dgm:pt modelId="{CCD54DEA-1E1A-40A2-AD52-9AA74A4BCE75}" type="pres">
      <dgm:prSet presAssocID="{47DA054B-39C6-4486-8F17-9DEF8D040BDC}" presName="node" presStyleLbl="node1" presStyleIdx="0" presStyleCnt="2">
        <dgm:presLayoutVars>
          <dgm:bulletEnabled val="1"/>
        </dgm:presLayoutVars>
      </dgm:prSet>
      <dgm:spPr/>
    </dgm:pt>
    <dgm:pt modelId="{0B9A7A9D-8CD4-4503-B1B2-FC607CDA8AC0}" type="pres">
      <dgm:prSet presAssocID="{84F603CC-7A04-44FA-99B6-D01074AD3B00}" presName="sibTrans" presStyleLbl="sibTrans2D1" presStyleIdx="0" presStyleCnt="1"/>
      <dgm:spPr/>
    </dgm:pt>
    <dgm:pt modelId="{53D5208C-E2BA-4495-A53F-264C39DF849E}" type="pres">
      <dgm:prSet presAssocID="{84F603CC-7A04-44FA-99B6-D01074AD3B00}" presName="connectorText" presStyleLbl="sibTrans2D1" presStyleIdx="0" presStyleCnt="1"/>
      <dgm:spPr/>
    </dgm:pt>
    <dgm:pt modelId="{F9C951E3-9AE5-4E25-B7C7-8C41B7471340}" type="pres">
      <dgm:prSet presAssocID="{AF154E44-2A5B-49AE-9C6A-F36D4F7C563F}" presName="node" presStyleLbl="node1" presStyleIdx="1" presStyleCnt="2">
        <dgm:presLayoutVars>
          <dgm:bulletEnabled val="1"/>
        </dgm:presLayoutVars>
      </dgm:prSet>
      <dgm:spPr/>
    </dgm:pt>
  </dgm:ptLst>
  <dgm:cxnLst>
    <dgm:cxn modelId="{B6ED7106-6A9C-40C0-99D4-2F6AC1BA296E}" type="presOf" srcId="{AF154E44-2A5B-49AE-9C6A-F36D4F7C563F}" destId="{F9C951E3-9AE5-4E25-B7C7-8C41B7471340}" srcOrd="0" destOrd="0" presId="urn:microsoft.com/office/officeart/2005/8/layout/process1"/>
    <dgm:cxn modelId="{E37CD181-5F05-4D1B-A081-04EF8FE6704F}" type="presOf" srcId="{84F603CC-7A04-44FA-99B6-D01074AD3B00}" destId="{53D5208C-E2BA-4495-A53F-264C39DF849E}" srcOrd="1" destOrd="0" presId="urn:microsoft.com/office/officeart/2005/8/layout/process1"/>
    <dgm:cxn modelId="{A1807A88-3B18-48F5-96B2-E89254703E8D}" type="presOf" srcId="{47DA054B-39C6-4486-8F17-9DEF8D040BDC}" destId="{CCD54DEA-1E1A-40A2-AD52-9AA74A4BCE75}" srcOrd="0" destOrd="0" presId="urn:microsoft.com/office/officeart/2005/8/layout/process1"/>
    <dgm:cxn modelId="{4CF71389-1ACA-4CC1-97C2-EF4C6DBE4E1C}" srcId="{1073651F-1D85-4130-BA41-15945EC52875}" destId="{AF154E44-2A5B-49AE-9C6A-F36D4F7C563F}" srcOrd="1" destOrd="0" parTransId="{4CA06E44-E646-4FEA-841C-585173C514AC}" sibTransId="{39AD1C2A-62FB-409E-B5C6-5C6749A34778}"/>
    <dgm:cxn modelId="{1EF0A58D-55AD-4A1E-8DD9-404F23F1459F}" srcId="{1073651F-1D85-4130-BA41-15945EC52875}" destId="{47DA054B-39C6-4486-8F17-9DEF8D040BDC}" srcOrd="0" destOrd="0" parTransId="{8C713FB6-E82E-4246-AD4C-B9FFF0F3262F}" sibTransId="{84F603CC-7A04-44FA-99B6-D01074AD3B00}"/>
    <dgm:cxn modelId="{99A0F79B-415B-4AB9-8625-705880C9FA9B}" type="presOf" srcId="{84F603CC-7A04-44FA-99B6-D01074AD3B00}" destId="{0B9A7A9D-8CD4-4503-B1B2-FC607CDA8AC0}" srcOrd="0" destOrd="0" presId="urn:microsoft.com/office/officeart/2005/8/layout/process1"/>
    <dgm:cxn modelId="{A92C0EEF-C0EC-4FA3-B59C-3BD32CCBC1FF}" type="presOf" srcId="{1073651F-1D85-4130-BA41-15945EC52875}" destId="{F44040C3-ADE2-42D3-B735-BB47ABF43EC4}" srcOrd="0" destOrd="0" presId="urn:microsoft.com/office/officeart/2005/8/layout/process1"/>
    <dgm:cxn modelId="{7A1EE30F-7384-4256-8A5C-418127BC7A13}" type="presParOf" srcId="{F44040C3-ADE2-42D3-B735-BB47ABF43EC4}" destId="{CCD54DEA-1E1A-40A2-AD52-9AA74A4BCE75}" srcOrd="0" destOrd="0" presId="urn:microsoft.com/office/officeart/2005/8/layout/process1"/>
    <dgm:cxn modelId="{AC461539-3CE6-4C0E-991B-26CB2D6204C5}" type="presParOf" srcId="{F44040C3-ADE2-42D3-B735-BB47ABF43EC4}" destId="{0B9A7A9D-8CD4-4503-B1B2-FC607CDA8AC0}" srcOrd="1" destOrd="0" presId="urn:microsoft.com/office/officeart/2005/8/layout/process1"/>
    <dgm:cxn modelId="{819FEC25-7E4A-41C6-937D-C72F7FC7E340}" type="presParOf" srcId="{0B9A7A9D-8CD4-4503-B1B2-FC607CDA8AC0}" destId="{53D5208C-E2BA-4495-A53F-264C39DF849E}" srcOrd="0" destOrd="0" presId="urn:microsoft.com/office/officeart/2005/8/layout/process1"/>
    <dgm:cxn modelId="{EC85A35E-29F2-4B55-854B-343B76EE1EC8}" type="presParOf" srcId="{F44040C3-ADE2-42D3-B735-BB47ABF43EC4}" destId="{F9C951E3-9AE5-4E25-B7C7-8C41B7471340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FF9E49F1-3B16-4681-B76D-3171045E1FCE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BB8E55F0-FDBE-4548-AD4C-E1665A5F1B62}">
      <dgm:prSet phldrT="[Texto]"/>
      <dgm:spPr/>
      <dgm:t>
        <a:bodyPr/>
        <a:lstStyle/>
        <a:p>
          <a:r>
            <a:rPr lang="pt-PT" dirty="0"/>
            <a:t>Método expositivo</a:t>
          </a:r>
        </a:p>
      </dgm:t>
    </dgm:pt>
    <dgm:pt modelId="{B85302EF-5D3D-4389-BBB8-7B06BCBDA165}" type="parTrans" cxnId="{078F8FCC-6477-4D45-BA7B-88325D4F2BA4}">
      <dgm:prSet/>
      <dgm:spPr/>
      <dgm:t>
        <a:bodyPr/>
        <a:lstStyle/>
        <a:p>
          <a:endParaRPr lang="pt-PT"/>
        </a:p>
      </dgm:t>
    </dgm:pt>
    <dgm:pt modelId="{29E4CE30-32D4-45CD-AB09-3E913A15AAD0}" type="sibTrans" cxnId="{078F8FCC-6477-4D45-BA7B-88325D4F2BA4}">
      <dgm:prSet/>
      <dgm:spPr/>
      <dgm:t>
        <a:bodyPr/>
        <a:lstStyle/>
        <a:p>
          <a:endParaRPr lang="pt-PT"/>
        </a:p>
      </dgm:t>
    </dgm:pt>
    <dgm:pt modelId="{A8D1A5FD-08FE-4EBE-AFD4-D6A8FA1FDE7D}">
      <dgm:prSet phldrT="[Texto]"/>
      <dgm:spPr/>
      <dgm:t>
        <a:bodyPr/>
        <a:lstStyle/>
        <a:p>
          <a:r>
            <a:rPr lang="pt-PT" dirty="0"/>
            <a:t>Centra-se no instrutor</a:t>
          </a:r>
        </a:p>
      </dgm:t>
    </dgm:pt>
    <dgm:pt modelId="{654D8CD4-D4FA-4605-ADD3-2A6C3362E5E2}" type="parTrans" cxnId="{47AAD298-C876-436E-969D-98BAB91DD90B}">
      <dgm:prSet/>
      <dgm:spPr/>
      <dgm:t>
        <a:bodyPr/>
        <a:lstStyle/>
        <a:p>
          <a:endParaRPr lang="pt-PT"/>
        </a:p>
      </dgm:t>
    </dgm:pt>
    <dgm:pt modelId="{BFAA6581-A587-451A-ABAA-F513B8098FB4}" type="sibTrans" cxnId="{47AAD298-C876-436E-969D-98BAB91DD90B}">
      <dgm:prSet/>
      <dgm:spPr/>
      <dgm:t>
        <a:bodyPr/>
        <a:lstStyle/>
        <a:p>
          <a:endParaRPr lang="pt-PT"/>
        </a:p>
      </dgm:t>
    </dgm:pt>
    <dgm:pt modelId="{60109D53-9E0D-4349-BBCD-7C6E07C07086}" type="pres">
      <dgm:prSet presAssocID="{FF9E49F1-3B16-4681-B76D-3171045E1FCE}" presName="Name0" presStyleCnt="0">
        <dgm:presLayoutVars>
          <dgm:dir/>
          <dgm:resizeHandles val="exact"/>
        </dgm:presLayoutVars>
      </dgm:prSet>
      <dgm:spPr/>
    </dgm:pt>
    <dgm:pt modelId="{665E8C66-F5C0-40C5-8E53-AB28C3E26D75}" type="pres">
      <dgm:prSet presAssocID="{BB8E55F0-FDBE-4548-AD4C-E1665A5F1B62}" presName="node" presStyleLbl="node1" presStyleIdx="0" presStyleCnt="2">
        <dgm:presLayoutVars>
          <dgm:bulletEnabled val="1"/>
        </dgm:presLayoutVars>
      </dgm:prSet>
      <dgm:spPr/>
    </dgm:pt>
    <dgm:pt modelId="{9BCC5837-1214-4EF2-AEA7-D8E2DA0062AD}" type="pres">
      <dgm:prSet presAssocID="{29E4CE30-32D4-45CD-AB09-3E913A15AAD0}" presName="sibTrans" presStyleLbl="sibTrans2D1" presStyleIdx="0" presStyleCnt="1"/>
      <dgm:spPr/>
    </dgm:pt>
    <dgm:pt modelId="{3E56C99E-A838-4620-8602-06B101AD4D38}" type="pres">
      <dgm:prSet presAssocID="{29E4CE30-32D4-45CD-AB09-3E913A15AAD0}" presName="connectorText" presStyleLbl="sibTrans2D1" presStyleIdx="0" presStyleCnt="1"/>
      <dgm:spPr/>
    </dgm:pt>
    <dgm:pt modelId="{6902DF1E-21CA-439D-B6EB-917DD834A8E1}" type="pres">
      <dgm:prSet presAssocID="{A8D1A5FD-08FE-4EBE-AFD4-D6A8FA1FDE7D}" presName="node" presStyleLbl="node1" presStyleIdx="1" presStyleCnt="2">
        <dgm:presLayoutVars>
          <dgm:bulletEnabled val="1"/>
        </dgm:presLayoutVars>
      </dgm:prSet>
      <dgm:spPr/>
    </dgm:pt>
  </dgm:ptLst>
  <dgm:cxnLst>
    <dgm:cxn modelId="{75F66C13-0E0A-4FD0-90CC-69092ADE9C62}" type="presOf" srcId="{FF9E49F1-3B16-4681-B76D-3171045E1FCE}" destId="{60109D53-9E0D-4349-BBCD-7C6E07C07086}" srcOrd="0" destOrd="0" presId="urn:microsoft.com/office/officeart/2005/8/layout/process1"/>
    <dgm:cxn modelId="{1BD31329-55E6-48DE-AD4D-4D258B1851C6}" type="presOf" srcId="{29E4CE30-32D4-45CD-AB09-3E913A15AAD0}" destId="{9BCC5837-1214-4EF2-AEA7-D8E2DA0062AD}" srcOrd="0" destOrd="0" presId="urn:microsoft.com/office/officeart/2005/8/layout/process1"/>
    <dgm:cxn modelId="{47AAD298-C876-436E-969D-98BAB91DD90B}" srcId="{FF9E49F1-3B16-4681-B76D-3171045E1FCE}" destId="{A8D1A5FD-08FE-4EBE-AFD4-D6A8FA1FDE7D}" srcOrd="1" destOrd="0" parTransId="{654D8CD4-D4FA-4605-ADD3-2A6C3362E5E2}" sibTransId="{BFAA6581-A587-451A-ABAA-F513B8098FB4}"/>
    <dgm:cxn modelId="{A6BE3AAB-72FC-42F7-8E00-0ABE5140E2AA}" type="presOf" srcId="{BB8E55F0-FDBE-4548-AD4C-E1665A5F1B62}" destId="{665E8C66-F5C0-40C5-8E53-AB28C3E26D75}" srcOrd="0" destOrd="0" presId="urn:microsoft.com/office/officeart/2005/8/layout/process1"/>
    <dgm:cxn modelId="{46182EBC-570B-48CC-B168-85FE2F4C98F8}" type="presOf" srcId="{A8D1A5FD-08FE-4EBE-AFD4-D6A8FA1FDE7D}" destId="{6902DF1E-21CA-439D-B6EB-917DD834A8E1}" srcOrd="0" destOrd="0" presId="urn:microsoft.com/office/officeart/2005/8/layout/process1"/>
    <dgm:cxn modelId="{4FC4CDBD-29B5-4CBD-9FC6-B626199E207B}" type="presOf" srcId="{29E4CE30-32D4-45CD-AB09-3E913A15AAD0}" destId="{3E56C99E-A838-4620-8602-06B101AD4D38}" srcOrd="1" destOrd="0" presId="urn:microsoft.com/office/officeart/2005/8/layout/process1"/>
    <dgm:cxn modelId="{078F8FCC-6477-4D45-BA7B-88325D4F2BA4}" srcId="{FF9E49F1-3B16-4681-B76D-3171045E1FCE}" destId="{BB8E55F0-FDBE-4548-AD4C-E1665A5F1B62}" srcOrd="0" destOrd="0" parTransId="{B85302EF-5D3D-4389-BBB8-7B06BCBDA165}" sibTransId="{29E4CE30-32D4-45CD-AB09-3E913A15AAD0}"/>
    <dgm:cxn modelId="{B08BF904-0FC6-4560-A27D-8D1FC5B1E321}" type="presParOf" srcId="{60109D53-9E0D-4349-BBCD-7C6E07C07086}" destId="{665E8C66-F5C0-40C5-8E53-AB28C3E26D75}" srcOrd="0" destOrd="0" presId="urn:microsoft.com/office/officeart/2005/8/layout/process1"/>
    <dgm:cxn modelId="{73966F9B-80BD-4B45-B148-B0E2BB5DA065}" type="presParOf" srcId="{60109D53-9E0D-4349-BBCD-7C6E07C07086}" destId="{9BCC5837-1214-4EF2-AEA7-D8E2DA0062AD}" srcOrd="1" destOrd="0" presId="urn:microsoft.com/office/officeart/2005/8/layout/process1"/>
    <dgm:cxn modelId="{FA5C022D-4E28-4A2F-9C44-0EEA51125941}" type="presParOf" srcId="{9BCC5837-1214-4EF2-AEA7-D8E2DA0062AD}" destId="{3E56C99E-A838-4620-8602-06B101AD4D38}" srcOrd="0" destOrd="0" presId="urn:microsoft.com/office/officeart/2005/8/layout/process1"/>
    <dgm:cxn modelId="{C91332BB-00E4-4F3B-92EF-7E07571D4435}" type="presParOf" srcId="{60109D53-9E0D-4349-BBCD-7C6E07C07086}" destId="{6902DF1E-21CA-439D-B6EB-917DD834A8E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A2BBCD-4208-4EBA-9DE9-B91A6C2DFA3E}">
      <dsp:nvSpPr>
        <dsp:cNvPr id="0" name=""/>
        <dsp:cNvSpPr/>
      </dsp:nvSpPr>
      <dsp:spPr>
        <a:xfrm>
          <a:off x="2021" y="1657855"/>
          <a:ext cx="4310543" cy="25863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300" kern="1200" dirty="0"/>
            <a:t>Automatismos sensoriomotores</a:t>
          </a:r>
        </a:p>
      </dsp:txBody>
      <dsp:txXfrm>
        <a:off x="77772" y="1733606"/>
        <a:ext cx="4159041" cy="2434823"/>
      </dsp:txXfrm>
    </dsp:sp>
    <dsp:sp modelId="{C6CD8A23-27C2-422A-8A51-6BF79F22CB50}">
      <dsp:nvSpPr>
        <dsp:cNvPr id="0" name=""/>
        <dsp:cNvSpPr/>
      </dsp:nvSpPr>
      <dsp:spPr>
        <a:xfrm>
          <a:off x="4743618" y="2416510"/>
          <a:ext cx="913835" cy="10690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400" kern="1200"/>
        </a:p>
      </dsp:txBody>
      <dsp:txXfrm>
        <a:off x="4743618" y="2630313"/>
        <a:ext cx="639685" cy="641408"/>
      </dsp:txXfrm>
    </dsp:sp>
    <dsp:sp modelId="{20207084-25EC-44C3-A4C7-C4BA280D0F3E}">
      <dsp:nvSpPr>
        <dsp:cNvPr id="0" name=""/>
        <dsp:cNvSpPr/>
      </dsp:nvSpPr>
      <dsp:spPr>
        <a:xfrm>
          <a:off x="6036781" y="1657855"/>
          <a:ext cx="4310543" cy="25863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300" kern="1200" dirty="0"/>
            <a:t>Aprendizagem distribuída</a:t>
          </a:r>
        </a:p>
      </dsp:txBody>
      <dsp:txXfrm>
        <a:off x="6112532" y="1733606"/>
        <a:ext cx="4159041" cy="24348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7750B-8B79-426B-B94A-253FF5B4C995}">
      <dsp:nvSpPr>
        <dsp:cNvPr id="0" name=""/>
        <dsp:cNvSpPr/>
      </dsp:nvSpPr>
      <dsp:spPr>
        <a:xfrm>
          <a:off x="10447" y="1242143"/>
          <a:ext cx="3122711" cy="187362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700" kern="1200" dirty="0"/>
            <a:t>Tarefas simples</a:t>
          </a:r>
        </a:p>
      </dsp:txBody>
      <dsp:txXfrm>
        <a:off x="65324" y="1297020"/>
        <a:ext cx="3012957" cy="1763873"/>
      </dsp:txXfrm>
    </dsp:sp>
    <dsp:sp modelId="{A74369E5-E242-4413-BFCB-888CD139381F}">
      <dsp:nvSpPr>
        <dsp:cNvPr id="0" name=""/>
        <dsp:cNvSpPr/>
      </dsp:nvSpPr>
      <dsp:spPr>
        <a:xfrm>
          <a:off x="3445430" y="1791740"/>
          <a:ext cx="662014" cy="7744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000" kern="1200"/>
        </a:p>
      </dsp:txBody>
      <dsp:txXfrm>
        <a:off x="3445430" y="1946626"/>
        <a:ext cx="463410" cy="464660"/>
      </dsp:txXfrm>
    </dsp:sp>
    <dsp:sp modelId="{FDD8C495-8C27-40E2-AF70-5510B55145C5}">
      <dsp:nvSpPr>
        <dsp:cNvPr id="0" name=""/>
        <dsp:cNvSpPr/>
      </dsp:nvSpPr>
      <dsp:spPr>
        <a:xfrm>
          <a:off x="4382244" y="1242143"/>
          <a:ext cx="3122711" cy="187362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700" kern="1200" dirty="0"/>
            <a:t>Método fracionado</a:t>
          </a:r>
        </a:p>
      </dsp:txBody>
      <dsp:txXfrm>
        <a:off x="4437121" y="1297020"/>
        <a:ext cx="3012957" cy="1763873"/>
      </dsp:txXfrm>
    </dsp:sp>
    <dsp:sp modelId="{07CD5D99-9EA0-4C71-A6AE-3820D8891AF2}">
      <dsp:nvSpPr>
        <dsp:cNvPr id="0" name=""/>
        <dsp:cNvSpPr/>
      </dsp:nvSpPr>
      <dsp:spPr>
        <a:xfrm>
          <a:off x="7817227" y="1791740"/>
          <a:ext cx="662014" cy="7744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000" kern="1200"/>
        </a:p>
      </dsp:txBody>
      <dsp:txXfrm>
        <a:off x="7817227" y="1946626"/>
        <a:ext cx="463410" cy="464660"/>
      </dsp:txXfrm>
    </dsp:sp>
    <dsp:sp modelId="{36CC13A2-5988-4A9E-9EC7-C3816FA6F074}">
      <dsp:nvSpPr>
        <dsp:cNvPr id="0" name=""/>
        <dsp:cNvSpPr/>
      </dsp:nvSpPr>
      <dsp:spPr>
        <a:xfrm>
          <a:off x="8754040" y="1242143"/>
          <a:ext cx="3122711" cy="187362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700" kern="1200" dirty="0"/>
            <a:t>Aprendizagem distribuída</a:t>
          </a:r>
        </a:p>
      </dsp:txBody>
      <dsp:txXfrm>
        <a:off x="8808917" y="1297020"/>
        <a:ext cx="3012957" cy="17638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566C1E-CA16-4E89-A08B-6C59F1680750}">
      <dsp:nvSpPr>
        <dsp:cNvPr id="0" name=""/>
        <dsp:cNvSpPr/>
      </dsp:nvSpPr>
      <dsp:spPr>
        <a:xfrm>
          <a:off x="1925" y="1087342"/>
          <a:ext cx="4107133" cy="246428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Sub tarefas</a:t>
          </a:r>
        </a:p>
      </dsp:txBody>
      <dsp:txXfrm>
        <a:off x="74101" y="1159518"/>
        <a:ext cx="3962781" cy="2319928"/>
      </dsp:txXfrm>
    </dsp:sp>
    <dsp:sp modelId="{E15DEBAD-7D9A-4D63-9237-8E4ADFC4BC75}">
      <dsp:nvSpPr>
        <dsp:cNvPr id="0" name=""/>
        <dsp:cNvSpPr/>
      </dsp:nvSpPr>
      <dsp:spPr>
        <a:xfrm>
          <a:off x="4519772" y="1810197"/>
          <a:ext cx="870712" cy="10185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600" kern="1200"/>
        </a:p>
      </dsp:txBody>
      <dsp:txXfrm>
        <a:off x="4519772" y="2013911"/>
        <a:ext cx="609498" cy="611141"/>
      </dsp:txXfrm>
    </dsp:sp>
    <dsp:sp modelId="{62D9BD4C-6C57-4E1B-88E6-D7B05598504C}">
      <dsp:nvSpPr>
        <dsp:cNvPr id="0" name=""/>
        <dsp:cNvSpPr/>
      </dsp:nvSpPr>
      <dsp:spPr>
        <a:xfrm>
          <a:off x="5751912" y="1087342"/>
          <a:ext cx="4107133" cy="246428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Exercícios analíticos</a:t>
          </a:r>
        </a:p>
      </dsp:txBody>
      <dsp:txXfrm>
        <a:off x="5824088" y="1159518"/>
        <a:ext cx="3962781" cy="23199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24E9DE-A643-4BF3-A483-AF545D001C51}">
      <dsp:nvSpPr>
        <dsp:cNvPr id="0" name=""/>
        <dsp:cNvSpPr/>
      </dsp:nvSpPr>
      <dsp:spPr>
        <a:xfrm>
          <a:off x="2005" y="688610"/>
          <a:ext cx="4275919" cy="25655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000" b="1" kern="1200" dirty="0"/>
            <a:t>Atitudes</a:t>
          </a:r>
          <a:r>
            <a:rPr lang="pt-PT" sz="4300" kern="1200" dirty="0"/>
            <a:t> </a:t>
          </a:r>
        </a:p>
      </dsp:txBody>
      <dsp:txXfrm>
        <a:off x="77147" y="763752"/>
        <a:ext cx="4125635" cy="2415267"/>
      </dsp:txXfrm>
    </dsp:sp>
    <dsp:sp modelId="{0BE7E84C-2257-4AF9-8441-7AF3EDA53240}">
      <dsp:nvSpPr>
        <dsp:cNvPr id="0" name=""/>
        <dsp:cNvSpPr/>
      </dsp:nvSpPr>
      <dsp:spPr>
        <a:xfrm>
          <a:off x="4705516" y="1441172"/>
          <a:ext cx="906494" cy="10604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400" kern="1200"/>
        </a:p>
      </dsp:txBody>
      <dsp:txXfrm>
        <a:off x="4705516" y="1653258"/>
        <a:ext cx="634546" cy="636256"/>
      </dsp:txXfrm>
    </dsp:sp>
    <dsp:sp modelId="{EAC9C21C-3F4E-417E-9395-5444921BE619}">
      <dsp:nvSpPr>
        <dsp:cNvPr id="0" name=""/>
        <dsp:cNvSpPr/>
      </dsp:nvSpPr>
      <dsp:spPr>
        <a:xfrm>
          <a:off x="5988292" y="688610"/>
          <a:ext cx="4275919" cy="25655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300" b="1" kern="1200" dirty="0"/>
            <a:t>Aprendizagem em Grupo</a:t>
          </a:r>
        </a:p>
      </dsp:txBody>
      <dsp:txXfrm>
        <a:off x="6063434" y="763752"/>
        <a:ext cx="4125635" cy="24152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305D89-0B2C-4BCE-90B7-ECCDD12EEBA8}">
      <dsp:nvSpPr>
        <dsp:cNvPr id="0" name=""/>
        <dsp:cNvSpPr/>
      </dsp:nvSpPr>
      <dsp:spPr>
        <a:xfrm>
          <a:off x="2080" y="1235739"/>
          <a:ext cx="4436050" cy="26616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800" kern="1200" dirty="0"/>
            <a:t>Manobras complexas(mudança de direção; ultrapassagem…)</a:t>
          </a:r>
        </a:p>
      </dsp:txBody>
      <dsp:txXfrm>
        <a:off x="80036" y="1313695"/>
        <a:ext cx="4280138" cy="2505718"/>
      </dsp:txXfrm>
    </dsp:sp>
    <dsp:sp modelId="{254CC189-4DAD-4FAC-A0C0-8776B9E7003B}">
      <dsp:nvSpPr>
        <dsp:cNvPr id="0" name=""/>
        <dsp:cNvSpPr/>
      </dsp:nvSpPr>
      <dsp:spPr>
        <a:xfrm>
          <a:off x="4881735" y="2016484"/>
          <a:ext cx="940442" cy="11001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000" kern="1200"/>
        </a:p>
      </dsp:txBody>
      <dsp:txXfrm>
        <a:off x="4881735" y="2236512"/>
        <a:ext cx="658309" cy="660084"/>
      </dsp:txXfrm>
    </dsp:sp>
    <dsp:sp modelId="{AAF7AEE9-A40C-44A6-9335-A5E6D93560DB}">
      <dsp:nvSpPr>
        <dsp:cNvPr id="0" name=""/>
        <dsp:cNvSpPr/>
      </dsp:nvSpPr>
      <dsp:spPr>
        <a:xfrm>
          <a:off x="6212550" y="1235739"/>
          <a:ext cx="4436050" cy="266163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400" b="1" kern="1200" dirty="0"/>
            <a:t>Exercícios Globais</a:t>
          </a:r>
        </a:p>
      </dsp:txBody>
      <dsp:txXfrm>
        <a:off x="6290506" y="1313695"/>
        <a:ext cx="4280138" cy="25057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36389-2CA8-4216-A7BF-D82CE9A6D4B9}">
      <dsp:nvSpPr>
        <dsp:cNvPr id="0" name=""/>
        <dsp:cNvSpPr/>
      </dsp:nvSpPr>
      <dsp:spPr>
        <a:xfrm>
          <a:off x="1980" y="963963"/>
          <a:ext cx="4223985" cy="253439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500" kern="1200" dirty="0"/>
            <a:t>Situação real de trânsito</a:t>
          </a:r>
        </a:p>
      </dsp:txBody>
      <dsp:txXfrm>
        <a:off x="76210" y="1038193"/>
        <a:ext cx="4075525" cy="2385931"/>
      </dsp:txXfrm>
    </dsp:sp>
    <dsp:sp modelId="{84A8AABD-1D42-459F-9341-C5916B6EC09D}">
      <dsp:nvSpPr>
        <dsp:cNvPr id="0" name=""/>
        <dsp:cNvSpPr/>
      </dsp:nvSpPr>
      <dsp:spPr>
        <a:xfrm>
          <a:off x="4648364" y="1707385"/>
          <a:ext cx="895484" cy="10475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400" kern="1200"/>
        </a:p>
      </dsp:txBody>
      <dsp:txXfrm>
        <a:off x="4648364" y="1916895"/>
        <a:ext cx="626839" cy="628528"/>
      </dsp:txXfrm>
    </dsp:sp>
    <dsp:sp modelId="{8C5E81E3-8F65-473E-A157-6075FE730A90}">
      <dsp:nvSpPr>
        <dsp:cNvPr id="0" name=""/>
        <dsp:cNvSpPr/>
      </dsp:nvSpPr>
      <dsp:spPr>
        <a:xfrm>
          <a:off x="5915560" y="963963"/>
          <a:ext cx="4223985" cy="253439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500" kern="1200" dirty="0"/>
            <a:t>Método Global</a:t>
          </a:r>
        </a:p>
      </dsp:txBody>
      <dsp:txXfrm>
        <a:off x="5989790" y="1038193"/>
        <a:ext cx="4075525" cy="23859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4456FA-CAC3-44C8-827D-A62F10ACBA8B}">
      <dsp:nvSpPr>
        <dsp:cNvPr id="0" name=""/>
        <dsp:cNvSpPr/>
      </dsp:nvSpPr>
      <dsp:spPr>
        <a:xfrm>
          <a:off x="1984" y="893825"/>
          <a:ext cx="4232640" cy="25395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200" kern="1200" dirty="0"/>
            <a:t>Sensação</a:t>
          </a:r>
        </a:p>
      </dsp:txBody>
      <dsp:txXfrm>
        <a:off x="76366" y="968207"/>
        <a:ext cx="4083876" cy="2390820"/>
      </dsp:txXfrm>
    </dsp:sp>
    <dsp:sp modelId="{E33A4C15-438B-4A6E-8AA9-891BE146E442}">
      <dsp:nvSpPr>
        <dsp:cNvPr id="0" name=""/>
        <dsp:cNvSpPr/>
      </dsp:nvSpPr>
      <dsp:spPr>
        <a:xfrm>
          <a:off x="4657889" y="1638770"/>
          <a:ext cx="897319" cy="10496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700" kern="1200"/>
        </a:p>
      </dsp:txBody>
      <dsp:txXfrm>
        <a:off x="4657889" y="1848709"/>
        <a:ext cx="628123" cy="629816"/>
      </dsp:txXfrm>
    </dsp:sp>
    <dsp:sp modelId="{C771FFB6-2735-4903-8A92-016CA8BF80C5}">
      <dsp:nvSpPr>
        <dsp:cNvPr id="0" name=""/>
        <dsp:cNvSpPr/>
      </dsp:nvSpPr>
      <dsp:spPr>
        <a:xfrm>
          <a:off x="5927682" y="893825"/>
          <a:ext cx="4232640" cy="25395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200" kern="1200" dirty="0"/>
            <a:t>Recolha de Informação</a:t>
          </a:r>
        </a:p>
      </dsp:txBody>
      <dsp:txXfrm>
        <a:off x="6002064" y="968207"/>
        <a:ext cx="4083876" cy="23908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1F7669-0268-4F1B-B429-DA9D2FB82149}">
      <dsp:nvSpPr>
        <dsp:cNvPr id="0" name=""/>
        <dsp:cNvSpPr/>
      </dsp:nvSpPr>
      <dsp:spPr>
        <a:xfrm>
          <a:off x="2021" y="974364"/>
          <a:ext cx="4310542" cy="25863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400" kern="1200" dirty="0"/>
            <a:t>Perceção</a:t>
          </a:r>
        </a:p>
      </dsp:txBody>
      <dsp:txXfrm>
        <a:off x="77772" y="1050115"/>
        <a:ext cx="4159040" cy="2434823"/>
      </dsp:txXfrm>
    </dsp:sp>
    <dsp:sp modelId="{ED97F48C-719C-4B2B-9052-4B2B969D83E1}">
      <dsp:nvSpPr>
        <dsp:cNvPr id="0" name=""/>
        <dsp:cNvSpPr/>
      </dsp:nvSpPr>
      <dsp:spPr>
        <a:xfrm>
          <a:off x="4743618" y="1733020"/>
          <a:ext cx="913835" cy="10690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100" kern="1200"/>
        </a:p>
      </dsp:txBody>
      <dsp:txXfrm>
        <a:off x="4743618" y="1946823"/>
        <a:ext cx="639685" cy="641408"/>
      </dsp:txXfrm>
    </dsp:sp>
    <dsp:sp modelId="{71382D4C-A399-4ECC-B83D-D1DA14F31FD3}">
      <dsp:nvSpPr>
        <dsp:cNvPr id="0" name=""/>
        <dsp:cNvSpPr/>
      </dsp:nvSpPr>
      <dsp:spPr>
        <a:xfrm>
          <a:off x="6036781" y="974364"/>
          <a:ext cx="4310542" cy="25863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100" kern="1200" dirty="0"/>
            <a:t>Atribuir significado; Perceber</a:t>
          </a:r>
        </a:p>
      </dsp:txBody>
      <dsp:txXfrm>
        <a:off x="6112532" y="1050115"/>
        <a:ext cx="4159040" cy="243482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ED4CF4-CCD1-43B1-AEDD-380DE1DDB8C5}">
      <dsp:nvSpPr>
        <dsp:cNvPr id="0" name=""/>
        <dsp:cNvSpPr/>
      </dsp:nvSpPr>
      <dsp:spPr>
        <a:xfrm>
          <a:off x="3" y="1134946"/>
          <a:ext cx="4232640" cy="25395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000" kern="1200" dirty="0"/>
            <a:t>Situação não real de trânsito</a:t>
          </a:r>
        </a:p>
      </dsp:txBody>
      <dsp:txXfrm>
        <a:off x="74385" y="1209328"/>
        <a:ext cx="4083876" cy="2390820"/>
      </dsp:txXfrm>
    </dsp:sp>
    <dsp:sp modelId="{58039967-44FA-41B7-B864-EE65DE53D5FE}">
      <dsp:nvSpPr>
        <dsp:cNvPr id="0" name=""/>
        <dsp:cNvSpPr/>
      </dsp:nvSpPr>
      <dsp:spPr>
        <a:xfrm rot="27556">
          <a:off x="4656389" y="1903853"/>
          <a:ext cx="898398" cy="10496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000" kern="1200"/>
        </a:p>
      </dsp:txBody>
      <dsp:txXfrm>
        <a:off x="4656393" y="2112712"/>
        <a:ext cx="628879" cy="629816"/>
      </dsp:txXfrm>
    </dsp:sp>
    <dsp:sp modelId="{FCCCE6C3-7DF6-4165-A02C-53031E9B76E5}">
      <dsp:nvSpPr>
        <dsp:cNvPr id="0" name=""/>
        <dsp:cNvSpPr/>
      </dsp:nvSpPr>
      <dsp:spPr>
        <a:xfrm>
          <a:off x="5927682" y="1182462"/>
          <a:ext cx="4232640" cy="25395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000" kern="1200" dirty="0"/>
            <a:t>Simulação Pedagógica</a:t>
          </a:r>
        </a:p>
      </dsp:txBody>
      <dsp:txXfrm>
        <a:off x="6002064" y="1256844"/>
        <a:ext cx="4083876" cy="239082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5A44CF-2E73-4383-9063-EF3D22EC92B8}">
      <dsp:nvSpPr>
        <dsp:cNvPr id="0" name=""/>
        <dsp:cNvSpPr/>
      </dsp:nvSpPr>
      <dsp:spPr>
        <a:xfrm>
          <a:off x="1936" y="1229209"/>
          <a:ext cx="4128772" cy="24772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900" kern="1200" dirty="0"/>
            <a:t>Prática da condução</a:t>
          </a:r>
        </a:p>
      </dsp:txBody>
      <dsp:txXfrm>
        <a:off x="74493" y="1301766"/>
        <a:ext cx="3983658" cy="2332149"/>
      </dsp:txXfrm>
    </dsp:sp>
    <dsp:sp modelId="{D449C9C1-89D2-48A6-B83B-EA4E22212C5B}">
      <dsp:nvSpPr>
        <dsp:cNvPr id="0" name=""/>
        <dsp:cNvSpPr/>
      </dsp:nvSpPr>
      <dsp:spPr>
        <a:xfrm>
          <a:off x="4543586" y="1955873"/>
          <a:ext cx="875299" cy="10239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900" kern="1200"/>
        </a:p>
      </dsp:txBody>
      <dsp:txXfrm>
        <a:off x="4543586" y="2160660"/>
        <a:ext cx="612709" cy="614361"/>
      </dsp:txXfrm>
    </dsp:sp>
    <dsp:sp modelId="{49C50B24-17A1-47EA-B433-E35BE6C815D0}">
      <dsp:nvSpPr>
        <dsp:cNvPr id="0" name=""/>
        <dsp:cNvSpPr/>
      </dsp:nvSpPr>
      <dsp:spPr>
        <a:xfrm>
          <a:off x="5782218" y="1229209"/>
          <a:ext cx="4128772" cy="247726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900" kern="1200" dirty="0"/>
            <a:t>Aprendizagem individual</a:t>
          </a:r>
        </a:p>
      </dsp:txBody>
      <dsp:txXfrm>
        <a:off x="5854775" y="1301766"/>
        <a:ext cx="3983658" cy="233214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8E191-7247-446E-ACA2-6FEB8418329D}">
      <dsp:nvSpPr>
        <dsp:cNvPr id="0" name=""/>
        <dsp:cNvSpPr/>
      </dsp:nvSpPr>
      <dsp:spPr>
        <a:xfrm>
          <a:off x="12387" y="1346126"/>
          <a:ext cx="4275920" cy="25655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000" b="1" kern="1200" dirty="0"/>
            <a:t>Teoria da condução</a:t>
          </a:r>
        </a:p>
      </dsp:txBody>
      <dsp:txXfrm>
        <a:off x="87529" y="1421268"/>
        <a:ext cx="4125636" cy="2415268"/>
      </dsp:txXfrm>
    </dsp:sp>
    <dsp:sp modelId="{C224A8BF-1858-4FDB-B559-EB21661085A4}">
      <dsp:nvSpPr>
        <dsp:cNvPr id="0" name=""/>
        <dsp:cNvSpPr/>
      </dsp:nvSpPr>
      <dsp:spPr>
        <a:xfrm rot="29886">
          <a:off x="4713286" y="2124886"/>
          <a:ext cx="901026" cy="10604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000" kern="1200"/>
        </a:p>
      </dsp:txBody>
      <dsp:txXfrm>
        <a:off x="4713291" y="2335797"/>
        <a:ext cx="630718" cy="636256"/>
      </dsp:txXfrm>
    </dsp:sp>
    <dsp:sp modelId="{AC74ECB3-7399-49EC-8C5D-387E1AC817B9}">
      <dsp:nvSpPr>
        <dsp:cNvPr id="0" name=""/>
        <dsp:cNvSpPr/>
      </dsp:nvSpPr>
      <dsp:spPr>
        <a:xfrm>
          <a:off x="5988293" y="1398078"/>
          <a:ext cx="4275920" cy="25655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000" kern="1200" dirty="0"/>
            <a:t>Método magistral ou expositivo</a:t>
          </a:r>
        </a:p>
      </dsp:txBody>
      <dsp:txXfrm>
        <a:off x="6063435" y="1473220"/>
        <a:ext cx="4125636" cy="241526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CA7DD-FFB2-4806-885D-0EEA85BBD73B}">
      <dsp:nvSpPr>
        <dsp:cNvPr id="0" name=""/>
        <dsp:cNvSpPr/>
      </dsp:nvSpPr>
      <dsp:spPr>
        <a:xfrm>
          <a:off x="12918" y="1473009"/>
          <a:ext cx="4453361" cy="267201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800" b="1" kern="1200" dirty="0"/>
            <a:t>Saber - Saber</a:t>
          </a:r>
        </a:p>
      </dsp:txBody>
      <dsp:txXfrm>
        <a:off x="91179" y="1551270"/>
        <a:ext cx="4296839" cy="2515495"/>
      </dsp:txXfrm>
    </dsp:sp>
    <dsp:sp modelId="{645C595C-3436-48CC-B4C5-9E0B3D89CE19}">
      <dsp:nvSpPr>
        <dsp:cNvPr id="0" name=""/>
        <dsp:cNvSpPr/>
      </dsp:nvSpPr>
      <dsp:spPr>
        <a:xfrm rot="23909">
          <a:off x="4908897" y="2278629"/>
          <a:ext cx="938395" cy="11044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900" kern="1200"/>
        </a:p>
      </dsp:txBody>
      <dsp:txXfrm>
        <a:off x="4908900" y="2498537"/>
        <a:ext cx="656877" cy="662659"/>
      </dsp:txXfrm>
    </dsp:sp>
    <dsp:sp modelId="{FA3649F7-EC72-45D6-84D4-D7F1F565DA6A}">
      <dsp:nvSpPr>
        <dsp:cNvPr id="0" name=""/>
        <dsp:cNvSpPr/>
      </dsp:nvSpPr>
      <dsp:spPr>
        <a:xfrm>
          <a:off x="6236794" y="1516296"/>
          <a:ext cx="4453361" cy="267201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Objetivos cognitivos</a:t>
          </a:r>
        </a:p>
      </dsp:txBody>
      <dsp:txXfrm>
        <a:off x="6315055" y="1594557"/>
        <a:ext cx="4296839" cy="251549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34048-F274-40F9-8D8F-B0BB88CAA4EC}">
      <dsp:nvSpPr>
        <dsp:cNvPr id="0" name=""/>
        <dsp:cNvSpPr/>
      </dsp:nvSpPr>
      <dsp:spPr>
        <a:xfrm>
          <a:off x="2070" y="1424072"/>
          <a:ext cx="4414410" cy="264864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800" b="1" kern="1200" dirty="0"/>
            <a:t>Saber - Fazer</a:t>
          </a:r>
        </a:p>
      </dsp:txBody>
      <dsp:txXfrm>
        <a:off x="79646" y="1501648"/>
        <a:ext cx="4259258" cy="2493494"/>
      </dsp:txXfrm>
    </dsp:sp>
    <dsp:sp modelId="{2F48EBD7-5EF7-4252-AD4B-5377DFD7C175}">
      <dsp:nvSpPr>
        <dsp:cNvPr id="0" name=""/>
        <dsp:cNvSpPr/>
      </dsp:nvSpPr>
      <dsp:spPr>
        <a:xfrm>
          <a:off x="4857921" y="2201008"/>
          <a:ext cx="935855" cy="10947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300" kern="1200"/>
        </a:p>
      </dsp:txBody>
      <dsp:txXfrm>
        <a:off x="4857921" y="2419963"/>
        <a:ext cx="655099" cy="656863"/>
      </dsp:txXfrm>
    </dsp:sp>
    <dsp:sp modelId="{E4FA05F7-4ED5-40F3-956B-4514D8462BEF}">
      <dsp:nvSpPr>
        <dsp:cNvPr id="0" name=""/>
        <dsp:cNvSpPr/>
      </dsp:nvSpPr>
      <dsp:spPr>
        <a:xfrm>
          <a:off x="6182245" y="1424072"/>
          <a:ext cx="4414410" cy="264864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400" kern="1200" dirty="0"/>
            <a:t>Objetivos psicomotores</a:t>
          </a:r>
        </a:p>
      </dsp:txBody>
      <dsp:txXfrm>
        <a:off x="6259821" y="1501648"/>
        <a:ext cx="4259258" cy="249349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19F99-01A9-4812-ADE2-546499D52BE4}">
      <dsp:nvSpPr>
        <dsp:cNvPr id="0" name=""/>
        <dsp:cNvSpPr/>
      </dsp:nvSpPr>
      <dsp:spPr>
        <a:xfrm>
          <a:off x="1999" y="1276883"/>
          <a:ext cx="4262936" cy="27975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000" kern="1200" dirty="0"/>
            <a:t>Saber - Ser</a:t>
          </a:r>
        </a:p>
      </dsp:txBody>
      <dsp:txXfrm>
        <a:off x="83936" y="1358820"/>
        <a:ext cx="4099062" cy="2633677"/>
      </dsp:txXfrm>
    </dsp:sp>
    <dsp:sp modelId="{1E3E5CD7-A9F6-483B-A0CB-6E82D664C02D}">
      <dsp:nvSpPr>
        <dsp:cNvPr id="0" name=""/>
        <dsp:cNvSpPr/>
      </dsp:nvSpPr>
      <dsp:spPr>
        <a:xfrm>
          <a:off x="4691228" y="2147055"/>
          <a:ext cx="903742" cy="10572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700" kern="1200"/>
        </a:p>
      </dsp:txBody>
      <dsp:txXfrm>
        <a:off x="4691228" y="2358497"/>
        <a:ext cx="632619" cy="634324"/>
      </dsp:txXfrm>
    </dsp:sp>
    <dsp:sp modelId="{41BD51A4-01BF-4360-887A-48387DF0DA08}">
      <dsp:nvSpPr>
        <dsp:cNvPr id="0" name=""/>
        <dsp:cNvSpPr/>
      </dsp:nvSpPr>
      <dsp:spPr>
        <a:xfrm>
          <a:off x="5970109" y="1276883"/>
          <a:ext cx="4262936" cy="279755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800" kern="1200" dirty="0"/>
            <a:t>Atitudes/</a:t>
          </a:r>
        </a:p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800" kern="1200" dirty="0"/>
            <a:t>componente cívica</a:t>
          </a:r>
        </a:p>
      </dsp:txBody>
      <dsp:txXfrm>
        <a:off x="6052046" y="1358820"/>
        <a:ext cx="4099062" cy="263367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49B7B-5EAA-4F44-AB30-40ED4D2BA709}">
      <dsp:nvSpPr>
        <dsp:cNvPr id="0" name=""/>
        <dsp:cNvSpPr/>
      </dsp:nvSpPr>
      <dsp:spPr>
        <a:xfrm>
          <a:off x="2078" y="1351338"/>
          <a:ext cx="4431722" cy="265903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800" kern="1200" dirty="0"/>
            <a:t>Visão estereoscópica</a:t>
          </a:r>
        </a:p>
      </dsp:txBody>
      <dsp:txXfrm>
        <a:off x="79958" y="1429218"/>
        <a:ext cx="4275962" cy="2503273"/>
      </dsp:txXfrm>
    </dsp:sp>
    <dsp:sp modelId="{CEEA99AC-B307-427D-860D-6EC2244F7D67}">
      <dsp:nvSpPr>
        <dsp:cNvPr id="0" name=""/>
        <dsp:cNvSpPr/>
      </dsp:nvSpPr>
      <dsp:spPr>
        <a:xfrm>
          <a:off x="4876972" y="2131321"/>
          <a:ext cx="939525" cy="1099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100" kern="1200"/>
        </a:p>
      </dsp:txBody>
      <dsp:txXfrm>
        <a:off x="4876972" y="2351134"/>
        <a:ext cx="657668" cy="659441"/>
      </dsp:txXfrm>
    </dsp:sp>
    <dsp:sp modelId="{7B710B6B-09E5-4879-B159-95403FE8A599}">
      <dsp:nvSpPr>
        <dsp:cNvPr id="0" name=""/>
        <dsp:cNvSpPr/>
      </dsp:nvSpPr>
      <dsp:spPr>
        <a:xfrm>
          <a:off x="6206489" y="1351338"/>
          <a:ext cx="4431722" cy="265903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200" kern="1200" dirty="0"/>
            <a:t>Ultrapassagem</a:t>
          </a:r>
        </a:p>
      </dsp:txBody>
      <dsp:txXfrm>
        <a:off x="6284369" y="1429218"/>
        <a:ext cx="4275962" cy="250327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C1953F-B775-477B-AA89-DF5FBB116E38}">
      <dsp:nvSpPr>
        <dsp:cNvPr id="0" name=""/>
        <dsp:cNvSpPr/>
      </dsp:nvSpPr>
      <dsp:spPr>
        <a:xfrm>
          <a:off x="2066" y="1353932"/>
          <a:ext cx="4405755" cy="26434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800" kern="1200" dirty="0"/>
            <a:t>Visão estereoscópica</a:t>
          </a:r>
        </a:p>
      </dsp:txBody>
      <dsp:txXfrm>
        <a:off x="79490" y="1431356"/>
        <a:ext cx="4250907" cy="2488605"/>
      </dsp:txXfrm>
    </dsp:sp>
    <dsp:sp modelId="{FB211239-7D1E-4A6F-B977-0909DF8837AC}">
      <dsp:nvSpPr>
        <dsp:cNvPr id="0" name=""/>
        <dsp:cNvSpPr/>
      </dsp:nvSpPr>
      <dsp:spPr>
        <a:xfrm>
          <a:off x="4848397" y="2129345"/>
          <a:ext cx="934020" cy="10926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800" kern="1200"/>
        </a:p>
      </dsp:txBody>
      <dsp:txXfrm>
        <a:off x="4848397" y="2347870"/>
        <a:ext cx="653814" cy="655577"/>
      </dsp:txXfrm>
    </dsp:sp>
    <dsp:sp modelId="{4102814E-491D-438E-8F8E-CF4CDCC63B90}">
      <dsp:nvSpPr>
        <dsp:cNvPr id="0" name=""/>
        <dsp:cNvSpPr/>
      </dsp:nvSpPr>
      <dsp:spPr>
        <a:xfrm>
          <a:off x="6170124" y="1353932"/>
          <a:ext cx="4405755" cy="26434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700" kern="1200" dirty="0"/>
            <a:t>Três dimensões: velocidade, espaço, tempo</a:t>
          </a:r>
        </a:p>
      </dsp:txBody>
      <dsp:txXfrm>
        <a:off x="6247548" y="1431356"/>
        <a:ext cx="4250907" cy="248860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299C1-CD2F-46A4-A9D3-FD7EB8C2AEAF}">
      <dsp:nvSpPr>
        <dsp:cNvPr id="0" name=""/>
        <dsp:cNvSpPr/>
      </dsp:nvSpPr>
      <dsp:spPr>
        <a:xfrm>
          <a:off x="1960" y="1109719"/>
          <a:ext cx="4180707" cy="25084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Avaliação Formativa</a:t>
          </a:r>
        </a:p>
      </dsp:txBody>
      <dsp:txXfrm>
        <a:off x="75429" y="1183188"/>
        <a:ext cx="4033769" cy="2361486"/>
      </dsp:txXfrm>
    </dsp:sp>
    <dsp:sp modelId="{C1C841B0-13EF-4DBE-8477-E646166177EC}">
      <dsp:nvSpPr>
        <dsp:cNvPr id="0" name=""/>
        <dsp:cNvSpPr/>
      </dsp:nvSpPr>
      <dsp:spPr>
        <a:xfrm>
          <a:off x="4600738" y="1845523"/>
          <a:ext cx="886309" cy="10368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600" kern="1200"/>
        </a:p>
      </dsp:txBody>
      <dsp:txXfrm>
        <a:off x="4600738" y="2052886"/>
        <a:ext cx="620416" cy="622089"/>
      </dsp:txXfrm>
    </dsp:sp>
    <dsp:sp modelId="{C4E2DB5A-2AC6-45EE-B40D-401D4458A78B}">
      <dsp:nvSpPr>
        <dsp:cNvPr id="0" name=""/>
        <dsp:cNvSpPr/>
      </dsp:nvSpPr>
      <dsp:spPr>
        <a:xfrm>
          <a:off x="5854950" y="1109719"/>
          <a:ext cx="4180707" cy="250842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Durante a Formação</a:t>
          </a:r>
        </a:p>
      </dsp:txBody>
      <dsp:txXfrm>
        <a:off x="5928419" y="1183188"/>
        <a:ext cx="4033769" cy="236148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8ADC9B-5535-407C-9BE3-7B3E0CC64CA2}">
      <dsp:nvSpPr>
        <dsp:cNvPr id="0" name=""/>
        <dsp:cNvSpPr/>
      </dsp:nvSpPr>
      <dsp:spPr>
        <a:xfrm>
          <a:off x="12391" y="1259106"/>
          <a:ext cx="4271592" cy="25629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400" kern="1200" dirty="0"/>
            <a:t>Avaliação formativa</a:t>
          </a:r>
        </a:p>
      </dsp:txBody>
      <dsp:txXfrm>
        <a:off x="87457" y="1334172"/>
        <a:ext cx="4121460" cy="2412823"/>
      </dsp:txXfrm>
    </dsp:sp>
    <dsp:sp modelId="{6C4063BC-30B0-4E07-BE3F-B01835F1B631}">
      <dsp:nvSpPr>
        <dsp:cNvPr id="0" name=""/>
        <dsp:cNvSpPr/>
      </dsp:nvSpPr>
      <dsp:spPr>
        <a:xfrm rot="17947">
          <a:off x="4708539" y="2026622"/>
          <a:ext cx="900083" cy="10593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400" kern="1200"/>
        </a:p>
      </dsp:txBody>
      <dsp:txXfrm>
        <a:off x="4708541" y="2237788"/>
        <a:ext cx="630058" cy="635612"/>
      </dsp:txXfrm>
    </dsp:sp>
    <dsp:sp modelId="{F8C6DD0D-B2AC-46D4-975E-B407FFD86E18}">
      <dsp:nvSpPr>
        <dsp:cNvPr id="0" name=""/>
        <dsp:cNvSpPr/>
      </dsp:nvSpPr>
      <dsp:spPr>
        <a:xfrm>
          <a:off x="5982231" y="1290272"/>
          <a:ext cx="4271592" cy="256295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200" kern="1200" dirty="0"/>
            <a:t>Homogeneização dos formandos</a:t>
          </a:r>
        </a:p>
      </dsp:txBody>
      <dsp:txXfrm>
        <a:off x="6057297" y="1365338"/>
        <a:ext cx="4121460" cy="2412823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973F0-13CF-41C1-9C6E-53EEF1FD6FC2}">
      <dsp:nvSpPr>
        <dsp:cNvPr id="0" name=""/>
        <dsp:cNvSpPr/>
      </dsp:nvSpPr>
      <dsp:spPr>
        <a:xfrm>
          <a:off x="2017" y="1359108"/>
          <a:ext cx="4301886" cy="25811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400" kern="1200" dirty="0"/>
            <a:t>Avaliação Formativa</a:t>
          </a:r>
        </a:p>
      </dsp:txBody>
      <dsp:txXfrm>
        <a:off x="77616" y="1434707"/>
        <a:ext cx="4150688" cy="2429934"/>
      </dsp:txXfrm>
    </dsp:sp>
    <dsp:sp modelId="{6CE399D9-AA3E-413C-AEF7-D6DD8D0C3A51}">
      <dsp:nvSpPr>
        <dsp:cNvPr id="0" name=""/>
        <dsp:cNvSpPr/>
      </dsp:nvSpPr>
      <dsp:spPr>
        <a:xfrm rot="17798">
          <a:off x="4734086" y="2131964"/>
          <a:ext cx="912012" cy="10668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400" kern="1200"/>
        </a:p>
      </dsp:txBody>
      <dsp:txXfrm>
        <a:off x="4734088" y="2344629"/>
        <a:ext cx="638408" cy="640121"/>
      </dsp:txXfrm>
    </dsp:sp>
    <dsp:sp modelId="{3CC8FE6B-C441-4D5F-ABEF-E02C3ADA412E}">
      <dsp:nvSpPr>
        <dsp:cNvPr id="0" name=""/>
        <dsp:cNvSpPr/>
      </dsp:nvSpPr>
      <dsp:spPr>
        <a:xfrm>
          <a:off x="6024658" y="1390288"/>
          <a:ext cx="4301886" cy="25811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300" kern="1200" dirty="0"/>
            <a:t>Heterogeneidade dos formandos</a:t>
          </a:r>
        </a:p>
      </dsp:txBody>
      <dsp:txXfrm>
        <a:off x="6100257" y="1465887"/>
        <a:ext cx="4150688" cy="242993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337535-410C-45E9-95AF-BEC7E81E1FEE}">
      <dsp:nvSpPr>
        <dsp:cNvPr id="0" name=""/>
        <dsp:cNvSpPr/>
      </dsp:nvSpPr>
      <dsp:spPr>
        <a:xfrm>
          <a:off x="1930" y="1383772"/>
          <a:ext cx="4115789" cy="24694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Avaliação Sumativa</a:t>
          </a:r>
        </a:p>
      </dsp:txBody>
      <dsp:txXfrm>
        <a:off x="74258" y="1456100"/>
        <a:ext cx="3971133" cy="2324817"/>
      </dsp:txXfrm>
    </dsp:sp>
    <dsp:sp modelId="{BA892B89-193E-4C3C-ABF2-6FBA20BCD904}">
      <dsp:nvSpPr>
        <dsp:cNvPr id="0" name=""/>
        <dsp:cNvSpPr/>
      </dsp:nvSpPr>
      <dsp:spPr>
        <a:xfrm>
          <a:off x="4529298" y="2108151"/>
          <a:ext cx="872547" cy="10207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600" kern="1200"/>
        </a:p>
      </dsp:txBody>
      <dsp:txXfrm>
        <a:off x="4529298" y="2312294"/>
        <a:ext cx="610783" cy="612429"/>
      </dsp:txXfrm>
    </dsp:sp>
    <dsp:sp modelId="{D01E5EA8-0F29-484C-9234-37310D0F22BF}">
      <dsp:nvSpPr>
        <dsp:cNvPr id="0" name=""/>
        <dsp:cNvSpPr/>
      </dsp:nvSpPr>
      <dsp:spPr>
        <a:xfrm>
          <a:off x="5764034" y="1383772"/>
          <a:ext cx="4115789" cy="24694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Final da formação</a:t>
          </a:r>
        </a:p>
      </dsp:txBody>
      <dsp:txXfrm>
        <a:off x="5836362" y="1456100"/>
        <a:ext cx="3971133" cy="232481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E6DBC-33D8-4C67-9CBC-8555B1265FC8}">
      <dsp:nvSpPr>
        <dsp:cNvPr id="0" name=""/>
        <dsp:cNvSpPr/>
      </dsp:nvSpPr>
      <dsp:spPr>
        <a:xfrm>
          <a:off x="2009" y="1281181"/>
          <a:ext cx="4284575" cy="25707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300" kern="1200" dirty="0"/>
            <a:t>Avaliação Formativa</a:t>
          </a:r>
        </a:p>
      </dsp:txBody>
      <dsp:txXfrm>
        <a:off x="77304" y="1356476"/>
        <a:ext cx="4133985" cy="2420155"/>
      </dsp:txXfrm>
    </dsp:sp>
    <dsp:sp modelId="{48B82E5F-35E8-4652-9060-CD086801A4B7}">
      <dsp:nvSpPr>
        <dsp:cNvPr id="0" name=""/>
        <dsp:cNvSpPr/>
      </dsp:nvSpPr>
      <dsp:spPr>
        <a:xfrm>
          <a:off x="4715041" y="2035267"/>
          <a:ext cx="908329" cy="10625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800" kern="1200"/>
        </a:p>
      </dsp:txBody>
      <dsp:txXfrm>
        <a:off x="4715041" y="2247782"/>
        <a:ext cx="635830" cy="637544"/>
      </dsp:txXfrm>
    </dsp:sp>
    <dsp:sp modelId="{FA50B38F-38E1-4205-B739-7F76026C123F}">
      <dsp:nvSpPr>
        <dsp:cNvPr id="0" name=""/>
        <dsp:cNvSpPr/>
      </dsp:nvSpPr>
      <dsp:spPr>
        <a:xfrm>
          <a:off x="6000414" y="1281181"/>
          <a:ext cx="4284575" cy="257074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300" kern="1200" dirty="0"/>
            <a:t>Importante</a:t>
          </a:r>
        </a:p>
      </dsp:txBody>
      <dsp:txXfrm>
        <a:off x="6075709" y="1356476"/>
        <a:ext cx="4133985" cy="242015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9205F-CF41-4461-BE9B-4EFDC4CD4D0F}">
      <dsp:nvSpPr>
        <dsp:cNvPr id="0" name=""/>
        <dsp:cNvSpPr/>
      </dsp:nvSpPr>
      <dsp:spPr>
        <a:xfrm>
          <a:off x="0" y="1216231"/>
          <a:ext cx="4223985" cy="253439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000" kern="1200" dirty="0"/>
            <a:t>Avaliação Normativa</a:t>
          </a:r>
        </a:p>
      </dsp:txBody>
      <dsp:txXfrm>
        <a:off x="74230" y="1290461"/>
        <a:ext cx="4075525" cy="2385931"/>
      </dsp:txXfrm>
    </dsp:sp>
    <dsp:sp modelId="{0A0F33F9-930B-4F4C-955A-05D38BA1BB7A}">
      <dsp:nvSpPr>
        <dsp:cNvPr id="0" name=""/>
        <dsp:cNvSpPr/>
      </dsp:nvSpPr>
      <dsp:spPr>
        <a:xfrm rot="18116">
          <a:off x="4646872" y="1975373"/>
          <a:ext cx="896547" cy="10475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100" kern="1200"/>
        </a:p>
      </dsp:txBody>
      <dsp:txXfrm>
        <a:off x="4646874" y="2184174"/>
        <a:ext cx="627583" cy="628528"/>
      </dsp:txXfrm>
    </dsp:sp>
    <dsp:sp modelId="{4E7B2F2F-E171-4043-B5AA-EA985A349C4A}">
      <dsp:nvSpPr>
        <dsp:cNvPr id="0" name=""/>
        <dsp:cNvSpPr/>
      </dsp:nvSpPr>
      <dsp:spPr>
        <a:xfrm>
          <a:off x="5915560" y="1247404"/>
          <a:ext cx="4223985" cy="253439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900" kern="1200" dirty="0"/>
            <a:t>Comparação do rendimento do sujeito com o grupo</a:t>
          </a:r>
        </a:p>
      </dsp:txBody>
      <dsp:txXfrm>
        <a:off x="5989790" y="1321634"/>
        <a:ext cx="4075525" cy="238593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34A14-1B84-42B1-90F8-480E0C1FDD48}">
      <dsp:nvSpPr>
        <dsp:cNvPr id="0" name=""/>
        <dsp:cNvSpPr/>
      </dsp:nvSpPr>
      <dsp:spPr>
        <a:xfrm>
          <a:off x="1997" y="1164281"/>
          <a:ext cx="4258608" cy="25551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400" kern="1200" dirty="0"/>
            <a:t>Avaliação Criterial</a:t>
          </a:r>
        </a:p>
      </dsp:txBody>
      <dsp:txXfrm>
        <a:off x="76835" y="1239119"/>
        <a:ext cx="4108932" cy="2405488"/>
      </dsp:txXfrm>
    </dsp:sp>
    <dsp:sp modelId="{E75B20E6-0270-4D45-95AB-79F27BF62E2A}">
      <dsp:nvSpPr>
        <dsp:cNvPr id="0" name=""/>
        <dsp:cNvSpPr/>
      </dsp:nvSpPr>
      <dsp:spPr>
        <a:xfrm>
          <a:off x="4686466" y="1913796"/>
          <a:ext cx="902824" cy="105613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000" kern="1200"/>
        </a:p>
      </dsp:txBody>
      <dsp:txXfrm>
        <a:off x="4686466" y="2125023"/>
        <a:ext cx="631977" cy="633680"/>
      </dsp:txXfrm>
    </dsp:sp>
    <dsp:sp modelId="{14995E04-BDD2-4177-9E5B-7DC33C53B5D9}">
      <dsp:nvSpPr>
        <dsp:cNvPr id="0" name=""/>
        <dsp:cNvSpPr/>
      </dsp:nvSpPr>
      <dsp:spPr>
        <a:xfrm>
          <a:off x="5964048" y="1164281"/>
          <a:ext cx="4258608" cy="25551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000" kern="1200" dirty="0"/>
            <a:t>Comparação consigo próprio</a:t>
          </a:r>
        </a:p>
      </dsp:txBody>
      <dsp:txXfrm>
        <a:off x="6038886" y="1239119"/>
        <a:ext cx="4108932" cy="2405488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3EE3AD-BA3F-4CF0-802D-5B1BE7DDC3AB}">
      <dsp:nvSpPr>
        <dsp:cNvPr id="0" name=""/>
        <dsp:cNvSpPr/>
      </dsp:nvSpPr>
      <dsp:spPr>
        <a:xfrm>
          <a:off x="2035" y="1165588"/>
          <a:ext cx="4340837" cy="26045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Exame de condução</a:t>
          </a:r>
        </a:p>
      </dsp:txBody>
      <dsp:txXfrm>
        <a:off x="78318" y="1241871"/>
        <a:ext cx="4188271" cy="2451936"/>
      </dsp:txXfrm>
    </dsp:sp>
    <dsp:sp modelId="{6342DB7C-6502-4282-8F55-CEA5DAF7F531}">
      <dsp:nvSpPr>
        <dsp:cNvPr id="0" name=""/>
        <dsp:cNvSpPr/>
      </dsp:nvSpPr>
      <dsp:spPr>
        <a:xfrm>
          <a:off x="4776956" y="1929576"/>
          <a:ext cx="920257" cy="10765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800" kern="1200"/>
        </a:p>
      </dsp:txBody>
      <dsp:txXfrm>
        <a:off x="4776956" y="2144881"/>
        <a:ext cx="644180" cy="645917"/>
      </dsp:txXfrm>
    </dsp:sp>
    <dsp:sp modelId="{E3718E67-EB59-4A20-BDCF-38ABD85A6CCD}">
      <dsp:nvSpPr>
        <dsp:cNvPr id="0" name=""/>
        <dsp:cNvSpPr/>
      </dsp:nvSpPr>
      <dsp:spPr>
        <a:xfrm>
          <a:off x="6079207" y="1165588"/>
          <a:ext cx="4340837" cy="26045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Avaliação Criterial</a:t>
          </a:r>
        </a:p>
      </dsp:txBody>
      <dsp:txXfrm>
        <a:off x="6155490" y="1241871"/>
        <a:ext cx="4188271" cy="2451936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877DA7-EA38-4001-BC7A-167A28276925}">
      <dsp:nvSpPr>
        <dsp:cNvPr id="0" name=""/>
        <dsp:cNvSpPr/>
      </dsp:nvSpPr>
      <dsp:spPr>
        <a:xfrm>
          <a:off x="10632" y="603060"/>
          <a:ext cx="2904585" cy="31315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 dirty="0"/>
            <a:t>Avaliação(formativa, sumativa, Criterial, normativa)</a:t>
          </a:r>
        </a:p>
      </dsp:txBody>
      <dsp:txXfrm>
        <a:off x="95704" y="688132"/>
        <a:ext cx="2734441" cy="2961362"/>
      </dsp:txXfrm>
    </dsp:sp>
    <dsp:sp modelId="{E8462985-0647-41B4-92AE-611BF1E5937A}">
      <dsp:nvSpPr>
        <dsp:cNvPr id="0" name=""/>
        <dsp:cNvSpPr/>
      </dsp:nvSpPr>
      <dsp:spPr>
        <a:xfrm>
          <a:off x="3205677" y="1808644"/>
          <a:ext cx="615772" cy="7203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200" kern="1200"/>
        </a:p>
      </dsp:txBody>
      <dsp:txXfrm>
        <a:off x="3205677" y="1952711"/>
        <a:ext cx="431040" cy="432203"/>
      </dsp:txXfrm>
    </dsp:sp>
    <dsp:sp modelId="{8FA17A4E-8299-4976-8536-A48B6F74A4CE}">
      <dsp:nvSpPr>
        <dsp:cNvPr id="0" name=""/>
        <dsp:cNvSpPr/>
      </dsp:nvSpPr>
      <dsp:spPr>
        <a:xfrm>
          <a:off x="4077052" y="603060"/>
          <a:ext cx="2904585" cy="31315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 dirty="0"/>
            <a:t>Avaliam todas as áreas de saber:</a:t>
          </a:r>
        </a:p>
      </dsp:txBody>
      <dsp:txXfrm>
        <a:off x="4162124" y="688132"/>
        <a:ext cx="2734441" cy="2961362"/>
      </dsp:txXfrm>
    </dsp:sp>
    <dsp:sp modelId="{6F8F53E7-44AD-4070-91F0-A7130A1C748E}">
      <dsp:nvSpPr>
        <dsp:cNvPr id="0" name=""/>
        <dsp:cNvSpPr/>
      </dsp:nvSpPr>
      <dsp:spPr>
        <a:xfrm>
          <a:off x="7272096" y="1808644"/>
          <a:ext cx="615772" cy="72033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200" kern="1200"/>
        </a:p>
      </dsp:txBody>
      <dsp:txXfrm>
        <a:off x="7272096" y="1952711"/>
        <a:ext cx="431040" cy="432203"/>
      </dsp:txXfrm>
    </dsp:sp>
    <dsp:sp modelId="{F5BD6F47-F6EA-4D5F-B8B7-F55EF8DC8360}">
      <dsp:nvSpPr>
        <dsp:cNvPr id="0" name=""/>
        <dsp:cNvSpPr/>
      </dsp:nvSpPr>
      <dsp:spPr>
        <a:xfrm>
          <a:off x="8143472" y="603060"/>
          <a:ext cx="3296675" cy="31315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 dirty="0"/>
            <a:t>Saber –Saber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 dirty="0"/>
            <a:t> Saber- Fazer 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 dirty="0"/>
            <a:t>Saber - Ser</a:t>
          </a:r>
        </a:p>
      </dsp:txBody>
      <dsp:txXfrm>
        <a:off x="8235191" y="694779"/>
        <a:ext cx="3113237" cy="294806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BBE88E-AE99-49EE-B152-9DD2AE2935D2}">
      <dsp:nvSpPr>
        <dsp:cNvPr id="0" name=""/>
        <dsp:cNvSpPr/>
      </dsp:nvSpPr>
      <dsp:spPr>
        <a:xfrm>
          <a:off x="1988" y="894114"/>
          <a:ext cx="4241297" cy="254477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Condução Defensiva</a:t>
          </a:r>
        </a:p>
      </dsp:txBody>
      <dsp:txXfrm>
        <a:off x="76522" y="968648"/>
        <a:ext cx="4092229" cy="2395710"/>
      </dsp:txXfrm>
    </dsp:sp>
    <dsp:sp modelId="{01946F95-D913-41E5-A2EA-E03BC7AE658C}">
      <dsp:nvSpPr>
        <dsp:cNvPr id="0" name=""/>
        <dsp:cNvSpPr/>
      </dsp:nvSpPr>
      <dsp:spPr>
        <a:xfrm>
          <a:off x="4667415" y="1640583"/>
          <a:ext cx="899155" cy="10518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700" kern="1200"/>
        </a:p>
      </dsp:txBody>
      <dsp:txXfrm>
        <a:off x="4667415" y="1850951"/>
        <a:ext cx="629409" cy="631105"/>
      </dsp:txXfrm>
    </dsp:sp>
    <dsp:sp modelId="{4F14AFA3-AEAF-4B15-8211-987635892678}">
      <dsp:nvSpPr>
        <dsp:cNvPr id="0" name=""/>
        <dsp:cNvSpPr/>
      </dsp:nvSpPr>
      <dsp:spPr>
        <a:xfrm>
          <a:off x="5939804" y="894114"/>
          <a:ext cx="4241297" cy="254477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Atitude</a:t>
          </a:r>
        </a:p>
      </dsp:txBody>
      <dsp:txXfrm>
        <a:off x="6014338" y="968648"/>
        <a:ext cx="4092229" cy="2395710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7CD4D-DCCF-4376-9E50-D89B9E1ED27E}">
      <dsp:nvSpPr>
        <dsp:cNvPr id="0" name=""/>
        <dsp:cNvSpPr/>
      </dsp:nvSpPr>
      <dsp:spPr>
        <a:xfrm>
          <a:off x="1928" y="1120102"/>
          <a:ext cx="4111461" cy="24668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500" kern="1200" dirty="0"/>
            <a:t>Condução Defensiva</a:t>
          </a:r>
        </a:p>
      </dsp:txBody>
      <dsp:txXfrm>
        <a:off x="74180" y="1192354"/>
        <a:ext cx="3966957" cy="2322372"/>
      </dsp:txXfrm>
    </dsp:sp>
    <dsp:sp modelId="{1B274ACA-15BE-4237-9F1E-E5BEEE335710}">
      <dsp:nvSpPr>
        <dsp:cNvPr id="0" name=""/>
        <dsp:cNvSpPr/>
      </dsp:nvSpPr>
      <dsp:spPr>
        <a:xfrm>
          <a:off x="4524535" y="1843719"/>
          <a:ext cx="871629" cy="1019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400" kern="1200"/>
        </a:p>
      </dsp:txBody>
      <dsp:txXfrm>
        <a:off x="4524535" y="2047647"/>
        <a:ext cx="610140" cy="611786"/>
      </dsp:txXfrm>
    </dsp:sp>
    <dsp:sp modelId="{D9613744-1755-4165-BA55-A71278B09185}">
      <dsp:nvSpPr>
        <dsp:cNvPr id="0" name=""/>
        <dsp:cNvSpPr/>
      </dsp:nvSpPr>
      <dsp:spPr>
        <a:xfrm>
          <a:off x="5757974" y="1120102"/>
          <a:ext cx="4111461" cy="24668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500" kern="1200" dirty="0"/>
            <a:t>Antecipação e Previsão</a:t>
          </a:r>
        </a:p>
      </dsp:txBody>
      <dsp:txXfrm>
        <a:off x="5830226" y="1192354"/>
        <a:ext cx="3966957" cy="232237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3A08A6-BE3E-4B17-B2DB-AA0E0355965A}">
      <dsp:nvSpPr>
        <dsp:cNvPr id="0" name=""/>
        <dsp:cNvSpPr/>
      </dsp:nvSpPr>
      <dsp:spPr>
        <a:xfrm>
          <a:off x="1990" y="1292867"/>
          <a:ext cx="4245624" cy="25473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900" kern="1200" dirty="0"/>
            <a:t>Sessões curtas e pouco espaçadas</a:t>
          </a:r>
        </a:p>
      </dsp:txBody>
      <dsp:txXfrm>
        <a:off x="76600" y="1367477"/>
        <a:ext cx="4096404" cy="2398154"/>
      </dsp:txXfrm>
    </dsp:sp>
    <dsp:sp modelId="{795B21ED-FA69-436F-A718-5C13E82118D6}">
      <dsp:nvSpPr>
        <dsp:cNvPr id="0" name=""/>
        <dsp:cNvSpPr/>
      </dsp:nvSpPr>
      <dsp:spPr>
        <a:xfrm>
          <a:off x="4672178" y="2040097"/>
          <a:ext cx="900072" cy="10529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900" kern="1200"/>
        </a:p>
      </dsp:txBody>
      <dsp:txXfrm>
        <a:off x="4672178" y="2250680"/>
        <a:ext cx="630050" cy="631748"/>
      </dsp:txXfrm>
    </dsp:sp>
    <dsp:sp modelId="{96384D75-DB45-4346-A6F6-FE4392F7DE55}">
      <dsp:nvSpPr>
        <dsp:cNvPr id="0" name=""/>
        <dsp:cNvSpPr/>
      </dsp:nvSpPr>
      <dsp:spPr>
        <a:xfrm>
          <a:off x="5945865" y="1292867"/>
          <a:ext cx="4245624" cy="254737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900" kern="1200" dirty="0"/>
            <a:t>Aprendizagem distribuída</a:t>
          </a:r>
        </a:p>
      </dsp:txBody>
      <dsp:txXfrm>
        <a:off x="6020475" y="1367477"/>
        <a:ext cx="4096404" cy="2398154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FC750B-529A-447F-9B74-A44DF81D607F}">
      <dsp:nvSpPr>
        <dsp:cNvPr id="0" name=""/>
        <dsp:cNvSpPr/>
      </dsp:nvSpPr>
      <dsp:spPr>
        <a:xfrm>
          <a:off x="2055" y="1417574"/>
          <a:ext cx="4384116" cy="26304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 dirty="0"/>
            <a:t>Sessões mais longas e mais espaçadas no tempo</a:t>
          </a:r>
        </a:p>
      </dsp:txBody>
      <dsp:txXfrm>
        <a:off x="79099" y="1494618"/>
        <a:ext cx="4230028" cy="2476381"/>
      </dsp:txXfrm>
    </dsp:sp>
    <dsp:sp modelId="{7F2579DA-E584-4E3F-AABC-227BF150E6F9}">
      <dsp:nvSpPr>
        <dsp:cNvPr id="0" name=""/>
        <dsp:cNvSpPr/>
      </dsp:nvSpPr>
      <dsp:spPr>
        <a:xfrm>
          <a:off x="4824583" y="2189178"/>
          <a:ext cx="929432" cy="10872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200" kern="1200"/>
        </a:p>
      </dsp:txBody>
      <dsp:txXfrm>
        <a:off x="4824583" y="2406630"/>
        <a:ext cx="650602" cy="652356"/>
      </dsp:txXfrm>
    </dsp:sp>
    <dsp:sp modelId="{5AFEDBB9-531C-4CB6-9172-7E977B62E9CD}">
      <dsp:nvSpPr>
        <dsp:cNvPr id="0" name=""/>
        <dsp:cNvSpPr/>
      </dsp:nvSpPr>
      <dsp:spPr>
        <a:xfrm>
          <a:off x="6139818" y="1417574"/>
          <a:ext cx="4384116" cy="26304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 dirty="0"/>
            <a:t>Aprendizagem maciça</a:t>
          </a:r>
        </a:p>
      </dsp:txBody>
      <dsp:txXfrm>
        <a:off x="6216862" y="1494618"/>
        <a:ext cx="4230028" cy="2476381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82893B-FC84-4367-A4B1-58A020C4ADCA}">
      <dsp:nvSpPr>
        <dsp:cNvPr id="0" name=""/>
        <dsp:cNvSpPr/>
      </dsp:nvSpPr>
      <dsp:spPr>
        <a:xfrm>
          <a:off x="2049" y="1457837"/>
          <a:ext cx="4371132" cy="26226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Tempo de Reação</a:t>
          </a:r>
        </a:p>
      </dsp:txBody>
      <dsp:txXfrm>
        <a:off x="78865" y="1534653"/>
        <a:ext cx="4217500" cy="2469047"/>
      </dsp:txXfrm>
    </dsp:sp>
    <dsp:sp modelId="{2F9FEAC1-C8F4-4896-99FD-B063CAF5E44B}">
      <dsp:nvSpPr>
        <dsp:cNvPr id="0" name=""/>
        <dsp:cNvSpPr/>
      </dsp:nvSpPr>
      <dsp:spPr>
        <a:xfrm>
          <a:off x="4810295" y="2227157"/>
          <a:ext cx="926680" cy="10840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900" kern="1200"/>
        </a:p>
      </dsp:txBody>
      <dsp:txXfrm>
        <a:off x="4810295" y="2443965"/>
        <a:ext cx="648676" cy="650424"/>
      </dsp:txXfrm>
    </dsp:sp>
    <dsp:sp modelId="{FA0546BC-8BC5-4AB6-A1A7-24697D4439B8}">
      <dsp:nvSpPr>
        <dsp:cNvPr id="0" name=""/>
        <dsp:cNvSpPr/>
      </dsp:nvSpPr>
      <dsp:spPr>
        <a:xfrm>
          <a:off x="6121635" y="1457837"/>
          <a:ext cx="4371132" cy="262267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Fatores Internos</a:t>
          </a:r>
        </a:p>
      </dsp:txBody>
      <dsp:txXfrm>
        <a:off x="6198451" y="1534653"/>
        <a:ext cx="4217500" cy="2469047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AE884D-DE7E-4E4D-8D60-E36FD995B42C}">
      <dsp:nvSpPr>
        <dsp:cNvPr id="0" name=""/>
        <dsp:cNvSpPr/>
      </dsp:nvSpPr>
      <dsp:spPr>
        <a:xfrm>
          <a:off x="2068" y="1248725"/>
          <a:ext cx="4410082" cy="264604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Distância de reação</a:t>
          </a:r>
        </a:p>
      </dsp:txBody>
      <dsp:txXfrm>
        <a:off x="79568" y="1326225"/>
        <a:ext cx="4255082" cy="2491049"/>
      </dsp:txXfrm>
    </dsp:sp>
    <dsp:sp modelId="{409C07C2-109A-487E-AD54-E71BC1B36F1B}">
      <dsp:nvSpPr>
        <dsp:cNvPr id="0" name=""/>
        <dsp:cNvSpPr/>
      </dsp:nvSpPr>
      <dsp:spPr>
        <a:xfrm>
          <a:off x="4853159" y="2024899"/>
          <a:ext cx="934937" cy="10937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900" kern="1200"/>
        </a:p>
      </dsp:txBody>
      <dsp:txXfrm>
        <a:off x="4853159" y="2243639"/>
        <a:ext cx="654456" cy="656220"/>
      </dsp:txXfrm>
    </dsp:sp>
    <dsp:sp modelId="{AEA56F07-6541-409D-8805-C3557EF85AB1}">
      <dsp:nvSpPr>
        <dsp:cNvPr id="0" name=""/>
        <dsp:cNvSpPr/>
      </dsp:nvSpPr>
      <dsp:spPr>
        <a:xfrm>
          <a:off x="6176184" y="1248725"/>
          <a:ext cx="4410082" cy="264604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Fatores Internos</a:t>
          </a:r>
        </a:p>
      </dsp:txBody>
      <dsp:txXfrm>
        <a:off x="6253684" y="1326225"/>
        <a:ext cx="4255082" cy="2491049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06184B-FF0B-44A8-AE9F-2BA9EA401766}">
      <dsp:nvSpPr>
        <dsp:cNvPr id="0" name=""/>
        <dsp:cNvSpPr/>
      </dsp:nvSpPr>
      <dsp:spPr>
        <a:xfrm>
          <a:off x="2031" y="1407176"/>
          <a:ext cx="4332182" cy="259930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900" kern="1200" dirty="0"/>
            <a:t>Distância de travagem</a:t>
          </a:r>
        </a:p>
      </dsp:txBody>
      <dsp:txXfrm>
        <a:off x="78162" y="1483307"/>
        <a:ext cx="4179920" cy="2447047"/>
      </dsp:txXfrm>
    </dsp:sp>
    <dsp:sp modelId="{1C4BB994-52D9-4BBE-B9CE-41F54D3546D5}">
      <dsp:nvSpPr>
        <dsp:cNvPr id="0" name=""/>
        <dsp:cNvSpPr/>
      </dsp:nvSpPr>
      <dsp:spPr>
        <a:xfrm>
          <a:off x="4767431" y="2169640"/>
          <a:ext cx="918422" cy="10743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700" kern="1200"/>
        </a:p>
      </dsp:txBody>
      <dsp:txXfrm>
        <a:off x="4767431" y="2384516"/>
        <a:ext cx="642895" cy="644629"/>
      </dsp:txXfrm>
    </dsp:sp>
    <dsp:sp modelId="{E7267AB0-3FF1-46C6-A2D2-7934275702E3}">
      <dsp:nvSpPr>
        <dsp:cNvPr id="0" name=""/>
        <dsp:cNvSpPr/>
      </dsp:nvSpPr>
      <dsp:spPr>
        <a:xfrm>
          <a:off x="6067086" y="1407176"/>
          <a:ext cx="4332182" cy="259930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900" kern="1200" dirty="0"/>
            <a:t>Fatores Externos</a:t>
          </a:r>
        </a:p>
      </dsp:txBody>
      <dsp:txXfrm>
        <a:off x="6143217" y="1483307"/>
        <a:ext cx="4179920" cy="2447047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6FD74-7F8F-4B19-BEC2-6962566D9805}">
      <dsp:nvSpPr>
        <dsp:cNvPr id="0" name=""/>
        <dsp:cNvSpPr/>
      </dsp:nvSpPr>
      <dsp:spPr>
        <a:xfrm>
          <a:off x="2088" y="1433168"/>
          <a:ext cx="4453361" cy="26720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600" kern="1200" dirty="0"/>
            <a:t>Distância de paragem</a:t>
          </a:r>
        </a:p>
      </dsp:txBody>
      <dsp:txXfrm>
        <a:off x="80349" y="1511429"/>
        <a:ext cx="4296839" cy="2515494"/>
      </dsp:txXfrm>
    </dsp:sp>
    <dsp:sp modelId="{F888F4B3-4A6B-4AD5-B71A-D9EF0D0D4676}">
      <dsp:nvSpPr>
        <dsp:cNvPr id="0" name=""/>
        <dsp:cNvSpPr/>
      </dsp:nvSpPr>
      <dsp:spPr>
        <a:xfrm>
          <a:off x="4900785" y="2216960"/>
          <a:ext cx="944112" cy="11044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700" kern="1200"/>
        </a:p>
      </dsp:txBody>
      <dsp:txXfrm>
        <a:off x="4900785" y="2437847"/>
        <a:ext cx="660878" cy="662659"/>
      </dsp:txXfrm>
    </dsp:sp>
    <dsp:sp modelId="{EFD916DC-325B-468A-ACFB-D397A64C2EB9}">
      <dsp:nvSpPr>
        <dsp:cNvPr id="0" name=""/>
        <dsp:cNvSpPr/>
      </dsp:nvSpPr>
      <dsp:spPr>
        <a:xfrm>
          <a:off x="6236794" y="1433168"/>
          <a:ext cx="4453361" cy="26720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600" kern="1200" dirty="0"/>
            <a:t>Fatores externos + Fatores internos</a:t>
          </a:r>
        </a:p>
      </dsp:txBody>
      <dsp:txXfrm>
        <a:off x="6315055" y="1511429"/>
        <a:ext cx="4296839" cy="2515494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3DF14-38E5-4CFC-8335-510A89D65ABA}">
      <dsp:nvSpPr>
        <dsp:cNvPr id="0" name=""/>
        <dsp:cNvSpPr/>
      </dsp:nvSpPr>
      <dsp:spPr>
        <a:xfrm>
          <a:off x="2082" y="1426672"/>
          <a:ext cx="4440378" cy="266422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500" kern="1200" dirty="0"/>
            <a:t>Comportamento cívico</a:t>
          </a:r>
        </a:p>
      </dsp:txBody>
      <dsp:txXfrm>
        <a:off x="80115" y="1504705"/>
        <a:ext cx="4284312" cy="2508161"/>
      </dsp:txXfrm>
    </dsp:sp>
    <dsp:sp modelId="{9FCD4EC3-4599-490C-8530-2ADEDC1E8A50}">
      <dsp:nvSpPr>
        <dsp:cNvPr id="0" name=""/>
        <dsp:cNvSpPr/>
      </dsp:nvSpPr>
      <dsp:spPr>
        <a:xfrm>
          <a:off x="4886498" y="2208179"/>
          <a:ext cx="941360" cy="11012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600" kern="1200"/>
        </a:p>
      </dsp:txBody>
      <dsp:txXfrm>
        <a:off x="4886498" y="2428422"/>
        <a:ext cx="658952" cy="660727"/>
      </dsp:txXfrm>
    </dsp:sp>
    <dsp:sp modelId="{A6DFD30D-2A28-4B42-8621-2A5FE158D091}">
      <dsp:nvSpPr>
        <dsp:cNvPr id="0" name=""/>
        <dsp:cNvSpPr/>
      </dsp:nvSpPr>
      <dsp:spPr>
        <a:xfrm>
          <a:off x="6218612" y="1426672"/>
          <a:ext cx="4440378" cy="266422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500" kern="1200" dirty="0"/>
            <a:t>Objetivos afetivos</a:t>
          </a:r>
        </a:p>
      </dsp:txBody>
      <dsp:txXfrm>
        <a:off x="6296645" y="1504705"/>
        <a:ext cx="4284312" cy="2508161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028D8F-DF03-4911-92E3-4F6CF72F1A5B}">
      <dsp:nvSpPr>
        <dsp:cNvPr id="0" name=""/>
        <dsp:cNvSpPr/>
      </dsp:nvSpPr>
      <dsp:spPr>
        <a:xfrm>
          <a:off x="2035" y="1363016"/>
          <a:ext cx="4340837" cy="26045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300" kern="1200" dirty="0"/>
            <a:t>Avaliar sempre da mesma forma  independentemente da evolução ou retrocesso</a:t>
          </a:r>
        </a:p>
      </dsp:txBody>
      <dsp:txXfrm>
        <a:off x="78318" y="1439299"/>
        <a:ext cx="4188271" cy="2451936"/>
      </dsp:txXfrm>
    </dsp:sp>
    <dsp:sp modelId="{1F30E518-6AEB-4F4B-BA69-4AC4BA24EFD2}">
      <dsp:nvSpPr>
        <dsp:cNvPr id="0" name=""/>
        <dsp:cNvSpPr/>
      </dsp:nvSpPr>
      <dsp:spPr>
        <a:xfrm>
          <a:off x="4776957" y="2127003"/>
          <a:ext cx="920257" cy="10765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2700" kern="1200"/>
        </a:p>
      </dsp:txBody>
      <dsp:txXfrm>
        <a:off x="4776957" y="2342308"/>
        <a:ext cx="644180" cy="645917"/>
      </dsp:txXfrm>
    </dsp:sp>
    <dsp:sp modelId="{6333006D-4D2B-437D-8133-6C767E5E6F67}">
      <dsp:nvSpPr>
        <dsp:cNvPr id="0" name=""/>
        <dsp:cNvSpPr/>
      </dsp:nvSpPr>
      <dsp:spPr>
        <a:xfrm>
          <a:off x="6079208" y="1363016"/>
          <a:ext cx="4340837" cy="26045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altLang="pt-PT" sz="4800" b="1" kern="1200" dirty="0">
              <a:solidFill>
                <a:schemeClr val="tx1"/>
              </a:solidFill>
            </a:rPr>
            <a:t>Estereotipia</a:t>
          </a:r>
          <a:endParaRPr lang="pt-PT" sz="4800" kern="1200" dirty="0">
            <a:solidFill>
              <a:schemeClr val="tx1"/>
            </a:solidFill>
          </a:endParaRPr>
        </a:p>
      </dsp:txBody>
      <dsp:txXfrm>
        <a:off x="6155491" y="1439299"/>
        <a:ext cx="4188271" cy="2451936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AACB6B-5ADB-4770-950F-1BAF0F0585CE}">
      <dsp:nvSpPr>
        <dsp:cNvPr id="0" name=""/>
        <dsp:cNvSpPr/>
      </dsp:nvSpPr>
      <dsp:spPr>
        <a:xfrm>
          <a:off x="2096" y="1459147"/>
          <a:ext cx="4470672" cy="26824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400" kern="1200" dirty="0"/>
            <a:t>Avaliar pela(aparência física, no seu vestuário, na sua estrutura vocal, comportamento físico, ortografia, etc.)</a:t>
          </a:r>
        </a:p>
      </dsp:txBody>
      <dsp:txXfrm>
        <a:off x="80661" y="1537712"/>
        <a:ext cx="4313542" cy="2525273"/>
      </dsp:txXfrm>
    </dsp:sp>
    <dsp:sp modelId="{5EA6C3DF-66A6-4FE7-9E7B-C631D14B289E}">
      <dsp:nvSpPr>
        <dsp:cNvPr id="0" name=""/>
        <dsp:cNvSpPr/>
      </dsp:nvSpPr>
      <dsp:spPr>
        <a:xfrm>
          <a:off x="4919836" y="2245986"/>
          <a:ext cx="947782" cy="1108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2700" kern="1200"/>
        </a:p>
      </dsp:txBody>
      <dsp:txXfrm>
        <a:off x="4919836" y="2467731"/>
        <a:ext cx="663447" cy="665236"/>
      </dsp:txXfrm>
    </dsp:sp>
    <dsp:sp modelId="{4715263D-A3E0-4421-B93D-A1C6AD033EBF}">
      <dsp:nvSpPr>
        <dsp:cNvPr id="0" name=""/>
        <dsp:cNvSpPr/>
      </dsp:nvSpPr>
      <dsp:spPr>
        <a:xfrm>
          <a:off x="6261038" y="1459147"/>
          <a:ext cx="4470672" cy="26824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400" kern="1200" dirty="0"/>
            <a:t>Efeito de Halo</a:t>
          </a:r>
        </a:p>
      </dsp:txBody>
      <dsp:txXfrm>
        <a:off x="6339603" y="1537712"/>
        <a:ext cx="4313542" cy="2525273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F82D3-660A-4D83-8ECB-D340C0AA82B4}">
      <dsp:nvSpPr>
        <dsp:cNvPr id="0" name=""/>
        <dsp:cNvSpPr/>
      </dsp:nvSpPr>
      <dsp:spPr>
        <a:xfrm>
          <a:off x="2001" y="1156488"/>
          <a:ext cx="4267264" cy="25603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300" kern="1200" dirty="0"/>
            <a:t>Reajustar a formação</a:t>
          </a:r>
        </a:p>
      </dsp:txBody>
      <dsp:txXfrm>
        <a:off x="76991" y="1231478"/>
        <a:ext cx="4117284" cy="2410378"/>
      </dsp:txXfrm>
    </dsp:sp>
    <dsp:sp modelId="{507E0D53-90E9-4F72-B7F5-701C514DB5BE}">
      <dsp:nvSpPr>
        <dsp:cNvPr id="0" name=""/>
        <dsp:cNvSpPr/>
      </dsp:nvSpPr>
      <dsp:spPr>
        <a:xfrm>
          <a:off x="4695991" y="1907527"/>
          <a:ext cx="904659" cy="10582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700" kern="1200"/>
        </a:p>
      </dsp:txBody>
      <dsp:txXfrm>
        <a:off x="4695991" y="2119183"/>
        <a:ext cx="633261" cy="634969"/>
      </dsp:txXfrm>
    </dsp:sp>
    <dsp:sp modelId="{74E5321B-66BB-4F42-BB7A-CDF9BBF62994}">
      <dsp:nvSpPr>
        <dsp:cNvPr id="0" name=""/>
        <dsp:cNvSpPr/>
      </dsp:nvSpPr>
      <dsp:spPr>
        <a:xfrm>
          <a:off x="5976170" y="1156488"/>
          <a:ext cx="4267264" cy="25603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300" kern="1200" dirty="0"/>
            <a:t>Função pedagógica</a:t>
          </a:r>
        </a:p>
      </dsp:txBody>
      <dsp:txXfrm>
        <a:off x="6051160" y="1231478"/>
        <a:ext cx="4117284" cy="2410378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42AD31-3D37-4BA4-A7E2-1B2CC55CA4CC}">
      <dsp:nvSpPr>
        <dsp:cNvPr id="0" name=""/>
        <dsp:cNvSpPr/>
      </dsp:nvSpPr>
      <dsp:spPr>
        <a:xfrm>
          <a:off x="1999" y="1116223"/>
          <a:ext cx="4262936" cy="255776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000" kern="1200" dirty="0"/>
            <a:t>Meio pedagógico</a:t>
          </a:r>
        </a:p>
      </dsp:txBody>
      <dsp:txXfrm>
        <a:off x="76913" y="1191137"/>
        <a:ext cx="4113108" cy="2407933"/>
      </dsp:txXfrm>
    </dsp:sp>
    <dsp:sp modelId="{59B085C3-ACE1-477C-88EB-D31BEBA99A9F}">
      <dsp:nvSpPr>
        <dsp:cNvPr id="0" name=""/>
        <dsp:cNvSpPr/>
      </dsp:nvSpPr>
      <dsp:spPr>
        <a:xfrm>
          <a:off x="4691228" y="1866500"/>
          <a:ext cx="903742" cy="10572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000" kern="1200"/>
        </a:p>
      </dsp:txBody>
      <dsp:txXfrm>
        <a:off x="4691228" y="2077942"/>
        <a:ext cx="632619" cy="634324"/>
      </dsp:txXfrm>
    </dsp:sp>
    <dsp:sp modelId="{63CD7838-CCF0-48BC-A918-9DCD459CAAE8}">
      <dsp:nvSpPr>
        <dsp:cNvPr id="0" name=""/>
        <dsp:cNvSpPr/>
      </dsp:nvSpPr>
      <dsp:spPr>
        <a:xfrm>
          <a:off x="5970109" y="1116223"/>
          <a:ext cx="4262936" cy="255776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000" kern="1200" dirty="0"/>
            <a:t>Utensilio para aplicação de técnicas</a:t>
          </a:r>
        </a:p>
      </dsp:txBody>
      <dsp:txXfrm>
        <a:off x="6045023" y="1191137"/>
        <a:ext cx="4113108" cy="2407933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0593BC-8B72-4C37-A66B-EC3B1C72501B}">
      <dsp:nvSpPr>
        <dsp:cNvPr id="0" name=""/>
        <dsp:cNvSpPr/>
      </dsp:nvSpPr>
      <dsp:spPr>
        <a:xfrm>
          <a:off x="2023" y="1090252"/>
          <a:ext cx="4314870" cy="2588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800" kern="1200" dirty="0"/>
            <a:t>Automatismos gestuais de base</a:t>
          </a:r>
        </a:p>
      </dsp:txBody>
      <dsp:txXfrm>
        <a:off x="77850" y="1166079"/>
        <a:ext cx="4163216" cy="2437268"/>
      </dsp:txXfrm>
    </dsp:sp>
    <dsp:sp modelId="{01B56EA4-92BF-4A93-A3C9-ECB352BB80EE}">
      <dsp:nvSpPr>
        <dsp:cNvPr id="0" name=""/>
        <dsp:cNvSpPr/>
      </dsp:nvSpPr>
      <dsp:spPr>
        <a:xfrm>
          <a:off x="4748380" y="1849669"/>
          <a:ext cx="914752" cy="10700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200" kern="1200"/>
        </a:p>
      </dsp:txBody>
      <dsp:txXfrm>
        <a:off x="4748380" y="2063686"/>
        <a:ext cx="640326" cy="642053"/>
      </dsp:txXfrm>
    </dsp:sp>
    <dsp:sp modelId="{F9A93D42-3F0D-4279-89D7-9036ECF14BCB}">
      <dsp:nvSpPr>
        <dsp:cNvPr id="0" name=""/>
        <dsp:cNvSpPr/>
      </dsp:nvSpPr>
      <dsp:spPr>
        <a:xfrm>
          <a:off x="6042842" y="1090252"/>
          <a:ext cx="4314870" cy="25889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 dirty="0"/>
            <a:t>Aprendizagem distribuída, exercícios analíticos</a:t>
          </a:r>
        </a:p>
      </dsp:txBody>
      <dsp:txXfrm>
        <a:off x="6118669" y="1166079"/>
        <a:ext cx="4163216" cy="2437268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4D846-2D45-49FE-A749-9B623A1B88EA}">
      <dsp:nvSpPr>
        <dsp:cNvPr id="0" name=""/>
        <dsp:cNvSpPr/>
      </dsp:nvSpPr>
      <dsp:spPr>
        <a:xfrm>
          <a:off x="2023" y="771276"/>
          <a:ext cx="4314870" cy="31957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000" kern="1200" dirty="0"/>
            <a:t>Interação do instruendo com os restantes elementos da via publica</a:t>
          </a:r>
        </a:p>
      </dsp:txBody>
      <dsp:txXfrm>
        <a:off x="95622" y="864875"/>
        <a:ext cx="4127672" cy="3008502"/>
      </dsp:txXfrm>
    </dsp:sp>
    <dsp:sp modelId="{10AB0FD9-2DDB-4865-8AEB-D07D671AF234}">
      <dsp:nvSpPr>
        <dsp:cNvPr id="0" name=""/>
        <dsp:cNvSpPr/>
      </dsp:nvSpPr>
      <dsp:spPr>
        <a:xfrm>
          <a:off x="4748380" y="1834083"/>
          <a:ext cx="914752" cy="10700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800" kern="1200"/>
        </a:p>
      </dsp:txBody>
      <dsp:txXfrm>
        <a:off x="4748380" y="2048100"/>
        <a:ext cx="640326" cy="642053"/>
      </dsp:txXfrm>
    </dsp:sp>
    <dsp:sp modelId="{E64D5190-CA14-479F-9712-F3FFCA69FC8A}">
      <dsp:nvSpPr>
        <dsp:cNvPr id="0" name=""/>
        <dsp:cNvSpPr/>
      </dsp:nvSpPr>
      <dsp:spPr>
        <a:xfrm>
          <a:off x="6042841" y="771276"/>
          <a:ext cx="4314870" cy="31957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Exercícios globais</a:t>
          </a:r>
        </a:p>
      </dsp:txBody>
      <dsp:txXfrm>
        <a:off x="6136440" y="864875"/>
        <a:ext cx="4127672" cy="3008502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07E28F-85C0-4505-89CB-AEF13EF1641A}">
      <dsp:nvSpPr>
        <dsp:cNvPr id="0" name=""/>
        <dsp:cNvSpPr/>
      </dsp:nvSpPr>
      <dsp:spPr>
        <a:xfrm>
          <a:off x="2045" y="1107143"/>
          <a:ext cx="4362476" cy="26174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400" kern="1200" dirty="0"/>
            <a:t>Principio do reforço</a:t>
          </a:r>
        </a:p>
      </dsp:txBody>
      <dsp:txXfrm>
        <a:off x="78709" y="1183807"/>
        <a:ext cx="4209148" cy="2464157"/>
      </dsp:txXfrm>
    </dsp:sp>
    <dsp:sp modelId="{A33EF6DF-FCE2-4657-A2BA-3B57FD91CAC3}">
      <dsp:nvSpPr>
        <dsp:cNvPr id="0" name=""/>
        <dsp:cNvSpPr/>
      </dsp:nvSpPr>
      <dsp:spPr>
        <a:xfrm>
          <a:off x="4800769" y="1874938"/>
          <a:ext cx="924845" cy="108189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3400" kern="1200"/>
        </a:p>
      </dsp:txBody>
      <dsp:txXfrm>
        <a:off x="4800769" y="2091317"/>
        <a:ext cx="647392" cy="649136"/>
      </dsp:txXfrm>
    </dsp:sp>
    <dsp:sp modelId="{1C27AE8B-7C92-4498-BA43-F07CC2FB8376}">
      <dsp:nvSpPr>
        <dsp:cNvPr id="0" name=""/>
        <dsp:cNvSpPr/>
      </dsp:nvSpPr>
      <dsp:spPr>
        <a:xfrm>
          <a:off x="6109512" y="1107143"/>
          <a:ext cx="4362476" cy="261748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300" kern="1200" dirty="0"/>
            <a:t>Realização de comportamentos corretos</a:t>
          </a:r>
        </a:p>
      </dsp:txBody>
      <dsp:txXfrm>
        <a:off x="6186176" y="1183807"/>
        <a:ext cx="4209148" cy="2464157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B850F-1A7B-4DD2-9951-7E98928AB2BC}">
      <dsp:nvSpPr>
        <dsp:cNvPr id="0" name=""/>
        <dsp:cNvSpPr/>
      </dsp:nvSpPr>
      <dsp:spPr>
        <a:xfrm>
          <a:off x="2025" y="1130517"/>
          <a:ext cx="4319198" cy="2591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400" kern="1200" dirty="0"/>
            <a:t>Condução defensiva</a:t>
          </a:r>
        </a:p>
      </dsp:txBody>
      <dsp:txXfrm>
        <a:off x="77928" y="1206420"/>
        <a:ext cx="4167392" cy="2439713"/>
      </dsp:txXfrm>
    </dsp:sp>
    <dsp:sp modelId="{B5F6F4FA-2796-450E-976F-469893787EE1}">
      <dsp:nvSpPr>
        <dsp:cNvPr id="0" name=""/>
        <dsp:cNvSpPr/>
      </dsp:nvSpPr>
      <dsp:spPr>
        <a:xfrm>
          <a:off x="4753143" y="1890696"/>
          <a:ext cx="915670" cy="10711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100" kern="1200"/>
        </a:p>
      </dsp:txBody>
      <dsp:txXfrm>
        <a:off x="4753143" y="2104928"/>
        <a:ext cx="640969" cy="642697"/>
      </dsp:txXfrm>
    </dsp:sp>
    <dsp:sp modelId="{7CE2F5FA-3BCF-4C53-AF6C-B6CD9A20F301}">
      <dsp:nvSpPr>
        <dsp:cNvPr id="0" name=""/>
        <dsp:cNvSpPr/>
      </dsp:nvSpPr>
      <dsp:spPr>
        <a:xfrm>
          <a:off x="6048903" y="1130517"/>
          <a:ext cx="4319198" cy="2591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100" kern="1200" dirty="0"/>
            <a:t>Aprendizagem em grupo</a:t>
          </a:r>
        </a:p>
      </dsp:txBody>
      <dsp:txXfrm>
        <a:off x="6124806" y="1206420"/>
        <a:ext cx="4167392" cy="2439713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D54DEA-1E1A-40A2-AD52-9AA74A4BCE75}">
      <dsp:nvSpPr>
        <dsp:cNvPr id="0" name=""/>
        <dsp:cNvSpPr/>
      </dsp:nvSpPr>
      <dsp:spPr>
        <a:xfrm>
          <a:off x="1978" y="1082447"/>
          <a:ext cx="4219657" cy="25317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Condução defensiva</a:t>
          </a:r>
        </a:p>
      </dsp:txBody>
      <dsp:txXfrm>
        <a:off x="76132" y="1156601"/>
        <a:ext cx="4071349" cy="2383486"/>
      </dsp:txXfrm>
    </dsp:sp>
    <dsp:sp modelId="{0B9A7A9D-8CD4-4503-B1B2-FC607CDA8AC0}">
      <dsp:nvSpPr>
        <dsp:cNvPr id="0" name=""/>
        <dsp:cNvSpPr/>
      </dsp:nvSpPr>
      <dsp:spPr>
        <a:xfrm>
          <a:off x="4643601" y="1825107"/>
          <a:ext cx="894567" cy="10464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700" kern="1200"/>
        </a:p>
      </dsp:txBody>
      <dsp:txXfrm>
        <a:off x="4643601" y="2034402"/>
        <a:ext cx="626197" cy="627885"/>
      </dsp:txXfrm>
    </dsp:sp>
    <dsp:sp modelId="{F9C951E3-9AE5-4E25-B7C7-8C41B7471340}">
      <dsp:nvSpPr>
        <dsp:cNvPr id="0" name=""/>
        <dsp:cNvSpPr/>
      </dsp:nvSpPr>
      <dsp:spPr>
        <a:xfrm>
          <a:off x="5909498" y="1082447"/>
          <a:ext cx="4219657" cy="253179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Método global</a:t>
          </a:r>
        </a:p>
      </dsp:txBody>
      <dsp:txXfrm>
        <a:off x="5983652" y="1156601"/>
        <a:ext cx="4071349" cy="2383486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5E8C66-F5C0-40C5-8E53-AB28C3E26D75}">
      <dsp:nvSpPr>
        <dsp:cNvPr id="0" name=""/>
        <dsp:cNvSpPr/>
      </dsp:nvSpPr>
      <dsp:spPr>
        <a:xfrm>
          <a:off x="1990" y="1194152"/>
          <a:ext cx="4245625" cy="25473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800" kern="1200" dirty="0"/>
            <a:t>Método expositivo</a:t>
          </a:r>
        </a:p>
      </dsp:txBody>
      <dsp:txXfrm>
        <a:off x="76600" y="1268762"/>
        <a:ext cx="4096405" cy="2398155"/>
      </dsp:txXfrm>
    </dsp:sp>
    <dsp:sp modelId="{9BCC5837-1214-4EF2-AEA7-D8E2DA0062AD}">
      <dsp:nvSpPr>
        <dsp:cNvPr id="0" name=""/>
        <dsp:cNvSpPr/>
      </dsp:nvSpPr>
      <dsp:spPr>
        <a:xfrm>
          <a:off x="4672178" y="1941382"/>
          <a:ext cx="900072" cy="10529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4700" kern="1200"/>
        </a:p>
      </dsp:txBody>
      <dsp:txXfrm>
        <a:off x="4672178" y="2151965"/>
        <a:ext cx="630050" cy="631749"/>
      </dsp:txXfrm>
    </dsp:sp>
    <dsp:sp modelId="{6902DF1E-21CA-439D-B6EB-917DD834A8E1}">
      <dsp:nvSpPr>
        <dsp:cNvPr id="0" name=""/>
        <dsp:cNvSpPr/>
      </dsp:nvSpPr>
      <dsp:spPr>
        <a:xfrm>
          <a:off x="5945866" y="1194152"/>
          <a:ext cx="4245625" cy="25473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5800" kern="1200" dirty="0"/>
            <a:t>Centra-se no instrutor</a:t>
          </a:r>
        </a:p>
      </dsp:txBody>
      <dsp:txXfrm>
        <a:off x="6020476" y="1268762"/>
        <a:ext cx="4096405" cy="23981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C2957-3E35-4FE0-ACA3-614069857EBF}" type="datetimeFigureOut">
              <a:rPr lang="pt-PT" smtClean="0"/>
              <a:t>06/05/2025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4FDDF2-C946-4261-81A6-D4F7BFAD676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0733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4FDDF2-C946-4261-81A6-D4F7BFAD6769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9887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52C3-EB96-491C-BF02-17357EA5C142}" type="datetimeFigureOut">
              <a:rPr lang="pt-PT" smtClean="0"/>
              <a:t>06/05/2025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14CA2-EFE7-4DD6-9A0A-F031801C23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5439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52C3-EB96-491C-BF02-17357EA5C142}" type="datetimeFigureOut">
              <a:rPr lang="pt-PT" smtClean="0"/>
              <a:t>06/05/2025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14CA2-EFE7-4DD6-9A0A-F031801C23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56466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52C3-EB96-491C-BF02-17357EA5C142}" type="datetimeFigureOut">
              <a:rPr lang="pt-PT" smtClean="0"/>
              <a:t>06/05/2025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14CA2-EFE7-4DD6-9A0A-F031801C23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8505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52C3-EB96-491C-BF02-17357EA5C142}" type="datetimeFigureOut">
              <a:rPr lang="pt-PT" smtClean="0"/>
              <a:t>06/05/2025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14CA2-EFE7-4DD6-9A0A-F031801C23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60167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52C3-EB96-491C-BF02-17357EA5C142}" type="datetimeFigureOut">
              <a:rPr lang="pt-PT" smtClean="0"/>
              <a:t>06/05/2025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14CA2-EFE7-4DD6-9A0A-F031801C23C2}" type="slidenum">
              <a:rPr lang="pt-PT" smtClean="0"/>
              <a:t>‹nº›</a:t>
            </a:fld>
            <a:endParaRPr lang="pt-PT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874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52C3-EB96-491C-BF02-17357EA5C142}" type="datetimeFigureOut">
              <a:rPr lang="pt-PT" smtClean="0"/>
              <a:t>06/05/2025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14CA2-EFE7-4DD6-9A0A-F031801C23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2031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52C3-EB96-491C-BF02-17357EA5C142}" type="datetimeFigureOut">
              <a:rPr lang="pt-PT" smtClean="0"/>
              <a:t>06/05/2025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14CA2-EFE7-4DD6-9A0A-F031801C23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9372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52C3-EB96-491C-BF02-17357EA5C142}" type="datetimeFigureOut">
              <a:rPr lang="pt-PT" smtClean="0"/>
              <a:t>06/05/2025</a:t>
            </a:fld>
            <a:endParaRPr lang="pt-P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PT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14CA2-EFE7-4DD6-9A0A-F031801C23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986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8DD52C3-EB96-491C-BF02-17357EA5C142}" type="datetimeFigureOut">
              <a:rPr lang="pt-PT" smtClean="0"/>
              <a:t>06/05/2025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14CA2-EFE7-4DD6-9A0A-F031801C23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8011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52C3-EB96-491C-BF02-17357EA5C142}" type="datetimeFigureOut">
              <a:rPr lang="pt-PT" smtClean="0"/>
              <a:t>06/05/2025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14CA2-EFE7-4DD6-9A0A-F031801C23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3918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52C3-EB96-491C-BF02-17357EA5C142}" type="datetimeFigureOut">
              <a:rPr lang="pt-PT" smtClean="0"/>
              <a:t>06/05/2025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14CA2-EFE7-4DD6-9A0A-F031801C23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708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8DD52C3-EB96-491C-BF02-17357EA5C142}" type="datetimeFigureOut">
              <a:rPr lang="pt-PT" smtClean="0"/>
              <a:t>06/05/2025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8214CA2-EFE7-4DD6-9A0A-F031801C23C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01610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540C5-80F1-1CDD-93B4-DF6E1DDDD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4890" y="2189316"/>
            <a:ext cx="8991600" cy="1645920"/>
          </a:xfrm>
        </p:spPr>
        <p:txBody>
          <a:bodyPr>
            <a:normAutofit fontScale="90000"/>
          </a:bodyPr>
          <a:lstStyle/>
          <a:p>
            <a:r>
              <a:rPr lang="pt-PT" dirty="0"/>
              <a:t>Pistas, de tipo verbal, para elicitar respostas com maior rapidez.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AA805D-FF67-8D0A-70D4-D73B04A802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80555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4974A92C-FF3C-2AF6-E182-DA785BBFA858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00962058"/>
              </p:ext>
            </p:extLst>
          </p:nvPr>
        </p:nvGraphicFramePr>
        <p:xfrm>
          <a:off x="987136" y="571500"/>
          <a:ext cx="10349346" cy="5902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574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FA2BBCD-4208-4EBA-9DE9-B91A6C2DFA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EFA2BBCD-4208-4EBA-9DE9-B91A6C2DFA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EFA2BBCD-4208-4EBA-9DE9-B91A6C2DFA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6CD8A23-27C2-422A-8A51-6BF79F22CB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C6CD8A23-27C2-422A-8A51-6BF79F22CB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C6CD8A23-27C2-422A-8A51-6BF79F22CB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0207084-25EC-44C3-A4C7-C4BA280D0F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20207084-25EC-44C3-A4C7-C4BA280D0F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20207084-25EC-44C3-A4C7-C4BA280D0F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F3497E61-88AC-C341-B70D-52735193E07A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29299797"/>
              </p:ext>
            </p:extLst>
          </p:nvPr>
        </p:nvGraphicFramePr>
        <p:xfrm>
          <a:off x="152400" y="1382487"/>
          <a:ext cx="11887200" cy="4357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235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6E7750B-8B79-426B-B94A-253FF5B4C9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A6E7750B-8B79-426B-B94A-253FF5B4C9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A6E7750B-8B79-426B-B94A-253FF5B4C9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74369E5-E242-4413-BFCB-888CD1393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A74369E5-E242-4413-BFCB-888CD1393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A74369E5-E242-4413-BFCB-888CD13938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D8C495-8C27-40E2-AF70-5510B55145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FDD8C495-8C27-40E2-AF70-5510B55145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FDD8C495-8C27-40E2-AF70-5510B55145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7CD5D99-9EA0-4C71-A6AE-3820D8891A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graphicEl>
                                              <a:dgm id="{07CD5D99-9EA0-4C71-A6AE-3820D8891A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graphicEl>
                                              <a:dgm id="{07CD5D99-9EA0-4C71-A6AE-3820D8891A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6CC13A2-5988-4A9E-9EC7-C3816FA6F0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graphicEl>
                                              <a:dgm id="{36CC13A2-5988-4A9E-9EC7-C3816FA6F0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dgm id="{36CC13A2-5988-4A9E-9EC7-C3816FA6F0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6740B9B6-9CD9-1D3F-4B20-1EC8F7491C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035473"/>
              </p:ext>
            </p:extLst>
          </p:nvPr>
        </p:nvGraphicFramePr>
        <p:xfrm>
          <a:off x="1070264" y="1101436"/>
          <a:ext cx="9860972" cy="4638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611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6566C1E-CA16-4E89-A08B-6C59F16807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B6566C1E-CA16-4E89-A08B-6C59F16807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B6566C1E-CA16-4E89-A08B-6C59F16807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5DEBAD-7D9A-4D63-9237-8E4ADFC4BC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E15DEBAD-7D9A-4D63-9237-8E4ADFC4BC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E15DEBAD-7D9A-4D63-9237-8E4ADFC4BC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2D9BD4C-6C57-4E1B-88E6-D7B0559850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62D9BD4C-6C57-4E1B-88E6-D7B0559850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62D9BD4C-6C57-4E1B-88E6-D7B0559850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BF775C09-AEE0-735F-7F33-3950F18693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6176187"/>
              </p:ext>
            </p:extLst>
          </p:nvPr>
        </p:nvGraphicFramePr>
        <p:xfrm>
          <a:off x="997527" y="1797627"/>
          <a:ext cx="10266217" cy="3942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605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924E9DE-A643-4BF3-A483-AF545D001C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A924E9DE-A643-4BF3-A483-AF545D001C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A924E9DE-A643-4BF3-A483-AF545D001C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BE7E84C-2257-4AF9-8441-7AF3EDA532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0BE7E84C-2257-4AF9-8441-7AF3EDA532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0BE7E84C-2257-4AF9-8441-7AF3EDA532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C9C21C-3F4E-417E-9395-5444921BE6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EAC9C21C-3F4E-417E-9395-5444921BE6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EAC9C21C-3F4E-417E-9395-5444921BE6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6944BA1B-55F8-9056-4FD5-190C2B9E76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9241617"/>
              </p:ext>
            </p:extLst>
          </p:nvPr>
        </p:nvGraphicFramePr>
        <p:xfrm>
          <a:off x="924791" y="966355"/>
          <a:ext cx="10650681" cy="5133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849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D305D89-0B2C-4BCE-90B7-ECCDD12EEB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ED305D89-0B2C-4BCE-90B7-ECCDD12EEB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ED305D89-0B2C-4BCE-90B7-ECCDD12EEB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54CC189-4DAD-4FAC-A0C0-8776B9E700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254CC189-4DAD-4FAC-A0C0-8776B9E700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254CC189-4DAD-4FAC-A0C0-8776B9E700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F7AEE9-A40C-44A6-9335-A5E6D93560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AAF7AEE9-A40C-44A6-9335-A5E6D93560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AAF7AEE9-A40C-44A6-9335-A5E6D93560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4C46DD18-0AF4-151E-C917-60CB39BF0B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4768459"/>
              </p:ext>
            </p:extLst>
          </p:nvPr>
        </p:nvGraphicFramePr>
        <p:xfrm>
          <a:off x="1059873" y="1278082"/>
          <a:ext cx="10141527" cy="4462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703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C36389-2CA8-4216-A7BF-D82CE9A6D4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0AC36389-2CA8-4216-A7BF-D82CE9A6D4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0AC36389-2CA8-4216-A7BF-D82CE9A6D4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4A8AABD-1D42-459F-9341-C5916B6EC0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84A8AABD-1D42-459F-9341-C5916B6EC0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84A8AABD-1D42-459F-9341-C5916B6EC0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C5E81E3-8F65-473E-A157-6075FE730A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8C5E81E3-8F65-473E-A157-6075FE730A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8C5E81E3-8F65-473E-A157-6075FE730A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B37B5200-4500-166D-F8ED-411A7E211E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0030068"/>
              </p:ext>
            </p:extLst>
          </p:nvPr>
        </p:nvGraphicFramePr>
        <p:xfrm>
          <a:off x="997528" y="1413165"/>
          <a:ext cx="10162308" cy="4327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944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C4456FA-CAC3-44C8-827D-A62F10ACBA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3C4456FA-CAC3-44C8-827D-A62F10ACBA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3C4456FA-CAC3-44C8-827D-A62F10ACBA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33A4C15-438B-4A6E-8AA9-891BE146E4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E33A4C15-438B-4A6E-8AA9-891BE146E4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E33A4C15-438B-4A6E-8AA9-891BE146E4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771FFB6-2735-4903-8A92-016CA8BF80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C771FFB6-2735-4903-8A92-016CA8BF80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C771FFB6-2735-4903-8A92-016CA8BF80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FBCE89F2-212D-B638-9CB2-6135011F7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336480"/>
              </p:ext>
            </p:extLst>
          </p:nvPr>
        </p:nvGraphicFramePr>
        <p:xfrm>
          <a:off x="914400" y="1205345"/>
          <a:ext cx="10349345" cy="4535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953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71F7669-0268-4F1B-B429-DA9D2FB821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871F7669-0268-4F1B-B429-DA9D2FB821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871F7669-0268-4F1B-B429-DA9D2FB821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D97F48C-719C-4B2B-9052-4B2B969D83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ED97F48C-719C-4B2B-9052-4B2B969D83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ED97F48C-719C-4B2B-9052-4B2B969D83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1382D4C-A399-4ECC-B83D-D1DA14F31F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71382D4C-A399-4ECC-B83D-D1DA14F31F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71382D4C-A399-4ECC-B83D-D1DA14F31F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BB5B5162-2A18-B03E-36BE-25EF422F9E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3060768"/>
              </p:ext>
            </p:extLst>
          </p:nvPr>
        </p:nvGraphicFramePr>
        <p:xfrm>
          <a:off x="1018310" y="1288473"/>
          <a:ext cx="10162308" cy="4904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733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0ED4CF4-CCD1-43B1-AEDD-380DE1DDB8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10ED4CF4-CCD1-43B1-AEDD-380DE1DDB8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10ED4CF4-CCD1-43B1-AEDD-380DE1DDB8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8039967-44FA-41B7-B864-EE65DE53D5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58039967-44FA-41B7-B864-EE65DE53D5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58039967-44FA-41B7-B864-EE65DE53D5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CCCE6C3-7DF6-4165-A02C-53031E9B76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FCCCE6C3-7DF6-4165-A02C-53031E9B76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FCCCE6C3-7DF6-4165-A02C-53031E9B76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7E72FF8B-C235-D2AD-6DC0-8DB90F0179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0857687"/>
              </p:ext>
            </p:extLst>
          </p:nvPr>
        </p:nvGraphicFramePr>
        <p:xfrm>
          <a:off x="1122218" y="1205345"/>
          <a:ext cx="9912927" cy="4935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490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45A44CF-2E73-4383-9063-EF3D22EC92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145A44CF-2E73-4383-9063-EF3D22EC92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145A44CF-2E73-4383-9063-EF3D22EC92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449C9C1-89D2-48A6-B83B-EA4E22212C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D449C9C1-89D2-48A6-B83B-EA4E22212C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D449C9C1-89D2-48A6-B83B-EA4E22212C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9C50B24-17A1-47EA-B433-E35BE6C815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49C50B24-17A1-47EA-B433-E35BE6C815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49C50B24-17A1-47EA-B433-E35BE6C815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10E2BB74-92D3-07FC-DA72-4D715A319F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5002262"/>
              </p:ext>
            </p:extLst>
          </p:nvPr>
        </p:nvGraphicFramePr>
        <p:xfrm>
          <a:off x="1101436" y="976745"/>
          <a:ext cx="10266219" cy="5361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116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EE8E191-7247-446E-ACA2-6FEB841832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5EE8E191-7247-446E-ACA2-6FEB841832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5EE8E191-7247-446E-ACA2-6FEB841832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224A8BF-1858-4FDB-B559-EB21661085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C224A8BF-1858-4FDB-B559-EB21661085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C224A8BF-1858-4FDB-B559-EB21661085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C74ECB3-7399-49EC-8C5D-387E1AC81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AC74ECB3-7399-49EC-8C5D-387E1AC81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AC74ECB3-7399-49EC-8C5D-387E1AC81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65132077-69AD-6FF2-0D08-ED00251B83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6769439"/>
              </p:ext>
            </p:extLst>
          </p:nvPr>
        </p:nvGraphicFramePr>
        <p:xfrm>
          <a:off x="633845" y="748145"/>
          <a:ext cx="10692245" cy="5704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051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D1CA7DD-FFB2-4806-885D-0EEA85BBD7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5D1CA7DD-FFB2-4806-885D-0EEA85BBD7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5D1CA7DD-FFB2-4806-885D-0EEA85BBD7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45C595C-3436-48CC-B4C5-9E0B3D89CE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645C595C-3436-48CC-B4C5-9E0B3D89CE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645C595C-3436-48CC-B4C5-9E0B3D89CE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3649F7-EC72-45D6-84D4-D7F1F565DA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FA3649F7-EC72-45D6-84D4-D7F1F565DA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FA3649F7-EC72-45D6-84D4-D7F1F565DA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057045A6-D276-8BA1-24A8-3883F35638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243062"/>
              </p:ext>
            </p:extLst>
          </p:nvPr>
        </p:nvGraphicFramePr>
        <p:xfrm>
          <a:off x="550719" y="665018"/>
          <a:ext cx="10598726" cy="5496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547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034048-F274-40F9-8D8F-B0BB88CAA4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6B034048-F274-40F9-8D8F-B0BB88CAA4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6B034048-F274-40F9-8D8F-B0BB88CAA4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F48EBD7-5EF7-4252-AD4B-5377DFD7C1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2F48EBD7-5EF7-4252-AD4B-5377DFD7C1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2F48EBD7-5EF7-4252-AD4B-5377DFD7C1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4FA05F7-4ED5-40F3-956B-4514D8462B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E4FA05F7-4ED5-40F3-956B-4514D8462B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E4FA05F7-4ED5-40F3-956B-4514D8462B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DA090585-0C40-FD96-82E9-7DD55AF0EE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3623462"/>
              </p:ext>
            </p:extLst>
          </p:nvPr>
        </p:nvGraphicFramePr>
        <p:xfrm>
          <a:off x="997527" y="976745"/>
          <a:ext cx="10235045" cy="5351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672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6E19F99-01A9-4812-ADE2-546499D52B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A6E19F99-01A9-4812-ADE2-546499D52B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A6E19F99-01A9-4812-ADE2-546499D52B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E3E5CD7-A9F6-483B-A0CB-6E82D664C0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1E3E5CD7-A9F6-483B-A0CB-6E82D664C0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1E3E5CD7-A9F6-483B-A0CB-6E82D664C0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1BD51A4-01BF-4360-887A-48387DF0DA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41BD51A4-01BF-4360-887A-48387DF0DA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41BD51A4-01BF-4360-887A-48387DF0DA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484084AC-28B1-3F15-A8D8-885937927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9853801"/>
              </p:ext>
            </p:extLst>
          </p:nvPr>
        </p:nvGraphicFramePr>
        <p:xfrm>
          <a:off x="498765" y="862445"/>
          <a:ext cx="10640290" cy="5361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655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0F49B7B-5EAA-4F44-AB30-40ED4D2BA7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D0F49B7B-5EAA-4F44-AB30-40ED4D2BA7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D0F49B7B-5EAA-4F44-AB30-40ED4D2BA7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EEA99AC-B307-427D-860D-6EC2244F7D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CEEA99AC-B307-427D-860D-6EC2244F7D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CEEA99AC-B307-427D-860D-6EC2244F7D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710B6B-09E5-4879-B159-95403FE8A5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7B710B6B-09E5-4879-B159-95403FE8A5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7B710B6B-09E5-4879-B159-95403FE8A5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ABA3E852-8116-E273-FDC8-CA20B2A418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4579292"/>
              </p:ext>
            </p:extLst>
          </p:nvPr>
        </p:nvGraphicFramePr>
        <p:xfrm>
          <a:off x="654627" y="831273"/>
          <a:ext cx="10577946" cy="5351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280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5C1953F-B775-477B-AA89-DF5FBB116E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45C1953F-B775-477B-AA89-DF5FBB116E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45C1953F-B775-477B-AA89-DF5FBB116E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B211239-7D1E-4A6F-B977-0909DF8837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FB211239-7D1E-4A6F-B977-0909DF8837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FB211239-7D1E-4A6F-B977-0909DF8837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102814E-491D-438E-8F8E-CF4CDCC63B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4102814E-491D-438E-8F8E-CF4CDCC63B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4102814E-491D-438E-8F8E-CF4CDCC63B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2CA55908-191E-A83B-6320-A3B876F8A2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532562"/>
              </p:ext>
            </p:extLst>
          </p:nvPr>
        </p:nvGraphicFramePr>
        <p:xfrm>
          <a:off x="1091046" y="1402773"/>
          <a:ext cx="10037618" cy="4727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679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E8299C1-CD2F-46A4-A9D3-FD7EB8C2AE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4E8299C1-CD2F-46A4-A9D3-FD7EB8C2AE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4E8299C1-CD2F-46A4-A9D3-FD7EB8C2AE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1C841B0-13EF-4DBE-8477-E64616617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C1C841B0-13EF-4DBE-8477-E64616617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C1C841B0-13EF-4DBE-8477-E64616617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4E2DB5A-2AC6-45EE-B40D-401D4458A7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C4E2DB5A-2AC6-45EE-B40D-401D4458A7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C4E2DB5A-2AC6-45EE-B40D-401D4458A7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2CCE8D68-23E9-5EC1-D59F-27E00E205A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9731129"/>
              </p:ext>
            </p:extLst>
          </p:nvPr>
        </p:nvGraphicFramePr>
        <p:xfrm>
          <a:off x="914400" y="1132609"/>
          <a:ext cx="10255827" cy="514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426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8ADC9B-5535-407C-9BE3-7B3E0CC64C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638ADC9B-5535-407C-9BE3-7B3E0CC64C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638ADC9B-5535-407C-9BE3-7B3E0CC64C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4063BC-30B0-4E07-BE3F-B01835F1B6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6C4063BC-30B0-4E07-BE3F-B01835F1B6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6C4063BC-30B0-4E07-BE3F-B01835F1B6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8C6DD0D-B2AC-46D4-975E-B407FFD86E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F8C6DD0D-B2AC-46D4-975E-B407FFD86E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F8C6DD0D-B2AC-46D4-975E-B407FFD86E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8B64B75C-6513-7981-4101-95E7DEF5D2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84166"/>
              </p:ext>
            </p:extLst>
          </p:nvPr>
        </p:nvGraphicFramePr>
        <p:xfrm>
          <a:off x="955964" y="924791"/>
          <a:ext cx="10328563" cy="53617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402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04973F0-13CF-41C1-9C6E-53EEF1FD6F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A04973F0-13CF-41C1-9C6E-53EEF1FD6F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A04973F0-13CF-41C1-9C6E-53EEF1FD6F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E399D9-AA3E-413C-AEF7-D6DD8D0C3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6CE399D9-AA3E-413C-AEF7-D6DD8D0C3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6CE399D9-AA3E-413C-AEF7-D6DD8D0C3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CC8FE6B-C441-4D5F-ABEF-E02C3ADA41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3CC8FE6B-C441-4D5F-ABEF-E02C3ADA41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3CC8FE6B-C441-4D5F-ABEF-E02C3ADA41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931E1AE0-31CE-9EE3-9614-AE09C0E894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846605"/>
              </p:ext>
            </p:extLst>
          </p:nvPr>
        </p:nvGraphicFramePr>
        <p:xfrm>
          <a:off x="1319646" y="862445"/>
          <a:ext cx="9881754" cy="5237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081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0337535-410C-45E9-95AF-BEC7E81E1F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90337535-410C-45E9-95AF-BEC7E81E1F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90337535-410C-45E9-95AF-BEC7E81E1F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A892B89-193E-4C3C-ABF2-6FBA20BCD9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BA892B89-193E-4C3C-ABF2-6FBA20BCD9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BA892B89-193E-4C3C-ABF2-6FBA20BCD9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01E5EA8-0F29-484C-9234-37310D0F22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D01E5EA8-0F29-484C-9234-37310D0F22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D01E5EA8-0F29-484C-9234-37310D0F22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B401F07D-B7F5-34D7-8D99-71C2DB9A96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6472705"/>
              </p:ext>
            </p:extLst>
          </p:nvPr>
        </p:nvGraphicFramePr>
        <p:xfrm>
          <a:off x="997527" y="1080655"/>
          <a:ext cx="10286999" cy="5133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1472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20E6DBC-33D8-4C67-9CBC-8555B1265F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E20E6DBC-33D8-4C67-9CBC-8555B1265F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E20E6DBC-33D8-4C67-9CBC-8555B1265F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8B82E5F-35E8-4652-9060-CD086801A4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48B82E5F-35E8-4652-9060-CD086801A4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48B82E5F-35E8-4652-9060-CD086801A4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50B38F-38E1-4205-B739-7F76026C12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FA50B38F-38E1-4205-B739-7F76026C12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FA50B38F-38E1-4205-B739-7F76026C12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B0BCFEED-2867-8C0B-1D67-B6F0AEFAD0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3544957"/>
              </p:ext>
            </p:extLst>
          </p:nvPr>
        </p:nvGraphicFramePr>
        <p:xfrm>
          <a:off x="966356" y="1174173"/>
          <a:ext cx="10141526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2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689205F-CF41-4461-BE9B-4EFDC4CD4D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C689205F-CF41-4461-BE9B-4EFDC4CD4D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C689205F-CF41-4461-BE9B-4EFDC4CD4D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0F33F9-930B-4F4C-955A-05D38BA1BB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0A0F33F9-930B-4F4C-955A-05D38BA1BB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0A0F33F9-930B-4F4C-955A-05D38BA1BB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E7B2F2F-E171-4043-B5AA-EA985A349C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4E7B2F2F-E171-4043-B5AA-EA985A349C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4E7B2F2F-E171-4043-B5AA-EA985A349C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781CB506-4932-D637-E9D3-4BAA963CD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330547"/>
              </p:ext>
            </p:extLst>
          </p:nvPr>
        </p:nvGraphicFramePr>
        <p:xfrm>
          <a:off x="955964" y="1215736"/>
          <a:ext cx="10224654" cy="4883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551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F334A14-1B84-42B1-90F8-480E0C1FDD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9F334A14-1B84-42B1-90F8-480E0C1FDD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9F334A14-1B84-42B1-90F8-480E0C1FDD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75B20E6-0270-4D45-95AB-79F27BF62E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E75B20E6-0270-4D45-95AB-79F27BF62E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E75B20E6-0270-4D45-95AB-79F27BF62E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4995E04-BDD2-4177-9E5B-7DC33C53B5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14995E04-BDD2-4177-9E5B-7DC33C53B5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14995E04-BDD2-4177-9E5B-7DC33C53B5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2F15571A-345E-48D1-38EF-A3B1661AE4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681397"/>
              </p:ext>
            </p:extLst>
          </p:nvPr>
        </p:nvGraphicFramePr>
        <p:xfrm>
          <a:off x="768927" y="1184565"/>
          <a:ext cx="10422081" cy="4935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251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D3EE3AD-BA3F-4CF0-802D-5B1BE7DDC3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7D3EE3AD-BA3F-4CF0-802D-5B1BE7DDC3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7D3EE3AD-BA3F-4CF0-802D-5B1BE7DDC3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42DB7C-6502-4282-8F55-CEA5DAF7F5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6342DB7C-6502-4282-8F55-CEA5DAF7F5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6342DB7C-6502-4282-8F55-CEA5DAF7F5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3718E67-EB59-4A20-BDCF-38ABD85A6C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E3718E67-EB59-4A20-BDCF-38ABD85A6C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E3718E67-EB59-4A20-BDCF-38ABD85A6C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7BAC82E8-6572-30E1-FED8-DE23B66CC9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5020251"/>
              </p:ext>
            </p:extLst>
          </p:nvPr>
        </p:nvGraphicFramePr>
        <p:xfrm>
          <a:off x="446809" y="1402773"/>
          <a:ext cx="11450781" cy="4337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257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F877DA7-EA38-4001-BC7A-167A282769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6F877DA7-EA38-4001-BC7A-167A282769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6F877DA7-EA38-4001-BC7A-167A282769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8462985-0647-41B4-92AE-611BF1E593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E8462985-0647-41B4-92AE-611BF1E593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E8462985-0647-41B4-92AE-611BF1E593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FA17A4E-8299-4976-8536-A48B6F74A4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8FA17A4E-8299-4976-8536-A48B6F74A4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8FA17A4E-8299-4976-8536-A48B6F74A4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F8F53E7-44AD-4070-91F0-A7130A1C74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graphicEl>
                                              <a:dgm id="{6F8F53E7-44AD-4070-91F0-A7130A1C74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graphicEl>
                                              <a:dgm id="{6F8F53E7-44AD-4070-91F0-A7130A1C74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5BD6F47-F6EA-4D5F-B8B7-F55EF8DC83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graphicEl>
                                              <a:dgm id="{F5BD6F47-F6EA-4D5F-B8B7-F55EF8DC83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dgm id="{F5BD6F47-F6EA-4D5F-B8B7-F55EF8DC83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50616F29-43DB-9C16-5A1C-D70EABD932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5534011"/>
              </p:ext>
            </p:extLst>
          </p:nvPr>
        </p:nvGraphicFramePr>
        <p:xfrm>
          <a:off x="779318" y="1485901"/>
          <a:ext cx="10183091" cy="4333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723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2BBE88E-AE99-49EE-B152-9DD2AE2935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52BBE88E-AE99-49EE-B152-9DD2AE2935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52BBE88E-AE99-49EE-B152-9DD2AE2935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946F95-D913-41E5-A2EA-E03BC7AE65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01946F95-D913-41E5-A2EA-E03BC7AE65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01946F95-D913-41E5-A2EA-E03BC7AE65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F14AFA3-AEAF-4B15-8211-9876358926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4F14AFA3-AEAF-4B15-8211-9876358926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4F14AFA3-AEAF-4B15-8211-9876358926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2C749A9B-FDFA-A67A-D2AD-303C052352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926787"/>
              </p:ext>
            </p:extLst>
          </p:nvPr>
        </p:nvGraphicFramePr>
        <p:xfrm>
          <a:off x="1215736" y="1361209"/>
          <a:ext cx="9871364" cy="4707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968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87CD4D-DCCF-4376-9E50-D89B9E1ED2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F287CD4D-DCCF-4376-9E50-D89B9E1ED2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F287CD4D-DCCF-4376-9E50-D89B9E1ED2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B274ACA-15BE-4237-9F1E-E5BEEE3357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1B274ACA-15BE-4237-9F1E-E5BEEE3357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1B274ACA-15BE-4237-9F1E-E5BEEE3357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9613744-1755-4165-BA55-A71278B091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D9613744-1755-4165-BA55-A71278B091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D9613744-1755-4165-BA55-A71278B091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FD310C00-EB05-1D27-DC28-846986EE47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8664370"/>
              </p:ext>
            </p:extLst>
          </p:nvPr>
        </p:nvGraphicFramePr>
        <p:xfrm>
          <a:off x="945573" y="1018309"/>
          <a:ext cx="10193481" cy="5133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177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3A08A6-BE3E-4B17-B2DB-AA0E035596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3D3A08A6-BE3E-4B17-B2DB-AA0E035596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3D3A08A6-BE3E-4B17-B2DB-AA0E035596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5B21ED-FA69-436F-A718-5C13E82118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795B21ED-FA69-436F-A718-5C13E82118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795B21ED-FA69-436F-A718-5C13E82118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384D75-DB45-4346-A6F6-FE4392F7DE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96384D75-DB45-4346-A6F6-FE4392F7DE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96384D75-DB45-4346-A6F6-FE4392F7DE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091E96B7-318D-19C2-6FD2-1D8AE2EB55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4807124"/>
              </p:ext>
            </p:extLst>
          </p:nvPr>
        </p:nvGraphicFramePr>
        <p:xfrm>
          <a:off x="862445" y="820883"/>
          <a:ext cx="10525991" cy="5465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4772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1FC750B-529A-447F-9B74-A44DF81D60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61FC750B-529A-447F-9B74-A44DF81D60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61FC750B-529A-447F-9B74-A44DF81D60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F2579DA-E584-4E3F-AABC-227BF150E6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7F2579DA-E584-4E3F-AABC-227BF150E6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7F2579DA-E584-4E3F-AABC-227BF150E6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AFEDBB9-531C-4CB6-9172-7E977B62E9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5AFEDBB9-531C-4CB6-9172-7E977B62E9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5AFEDBB9-531C-4CB6-9172-7E977B62E9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4E5A5C78-4FAC-96DE-04A3-C975F3DAF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9278336"/>
              </p:ext>
            </p:extLst>
          </p:nvPr>
        </p:nvGraphicFramePr>
        <p:xfrm>
          <a:off x="800100" y="789709"/>
          <a:ext cx="10494818" cy="5538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078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82893B-FC84-4367-A4B1-58A020C4AD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A882893B-FC84-4367-A4B1-58A020C4AD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A882893B-FC84-4367-A4B1-58A020C4AD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F9FEAC1-C8F4-4896-99FD-B063CAF5E4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2F9FEAC1-C8F4-4896-99FD-B063CAF5E4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2F9FEAC1-C8F4-4896-99FD-B063CAF5E4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0546BC-8BC5-4AB6-A1A7-24697D4439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FA0546BC-8BC5-4AB6-A1A7-24697D4439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FA0546BC-8BC5-4AB6-A1A7-24697D4439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719E1AA7-8A72-8821-DD8D-6BE81EDF0D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2640961"/>
              </p:ext>
            </p:extLst>
          </p:nvPr>
        </p:nvGraphicFramePr>
        <p:xfrm>
          <a:off x="789709" y="1153391"/>
          <a:ext cx="10588335" cy="514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698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AAE884D-DE7E-4E4D-8D60-E36FD995B4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9AAE884D-DE7E-4E4D-8D60-E36FD995B4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9AAE884D-DE7E-4E4D-8D60-E36FD995B4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09C07C2-109A-487E-AD54-E71BC1B36F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409C07C2-109A-487E-AD54-E71BC1B36F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409C07C2-109A-487E-AD54-E71BC1B36F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EA56F07-6541-409D-8805-C3557EF85A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AEA56F07-6541-409D-8805-C3557EF85A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AEA56F07-6541-409D-8805-C3557EF85A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5FDA1C7D-47DB-578A-E414-8563D5624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2393157"/>
              </p:ext>
            </p:extLst>
          </p:nvPr>
        </p:nvGraphicFramePr>
        <p:xfrm>
          <a:off x="955964" y="852055"/>
          <a:ext cx="10401300" cy="5413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311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606184B-FF0B-44A8-AE9F-2BA9EA4017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4606184B-FF0B-44A8-AE9F-2BA9EA4017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4606184B-FF0B-44A8-AE9F-2BA9EA4017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C4BB994-52D9-4BBE-B9CE-41F54D3546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1C4BB994-52D9-4BBE-B9CE-41F54D3546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1C4BB994-52D9-4BBE-B9CE-41F54D3546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7267AB0-3FF1-46C6-A2D2-793427570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E7267AB0-3FF1-46C6-A2D2-793427570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E7267AB0-3FF1-46C6-A2D2-793427570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31CFDCBC-C9BF-9211-C853-F9EDDAF23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6130342"/>
              </p:ext>
            </p:extLst>
          </p:nvPr>
        </p:nvGraphicFramePr>
        <p:xfrm>
          <a:off x="737756" y="779319"/>
          <a:ext cx="10692244" cy="5538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018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96FD74-7F8F-4B19-BEC2-6962566D98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B596FD74-7F8F-4B19-BEC2-6962566D98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B596FD74-7F8F-4B19-BEC2-6962566D98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888F4B3-4A6B-4AD5-B71A-D9EF0D0D46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F888F4B3-4A6B-4AD5-B71A-D9EF0D0D46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F888F4B3-4A6B-4AD5-B71A-D9EF0D0D46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FD916DC-325B-468A-ACFB-D397A64C2E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EFD916DC-325B-468A-ACFB-D397A64C2E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EFD916DC-325B-468A-ACFB-D397A64C2E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47D29BB0-2677-4A9E-B729-6A045A6CA6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3471619"/>
              </p:ext>
            </p:extLst>
          </p:nvPr>
        </p:nvGraphicFramePr>
        <p:xfrm>
          <a:off x="779318" y="852055"/>
          <a:ext cx="10661073" cy="5517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726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013DF14-38E5-4CFC-8335-510A89D65A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8013DF14-38E5-4CFC-8335-510A89D65A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8013DF14-38E5-4CFC-8335-510A89D65A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FCD4EC3-4599-490C-8530-2ADEDC1E8A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9FCD4EC3-4599-490C-8530-2ADEDC1E8A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9FCD4EC3-4599-490C-8530-2ADEDC1E8A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6DFD30D-2A28-4B42-8621-2A5FE158D0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A6DFD30D-2A28-4B42-8621-2A5FE158D0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A6DFD30D-2A28-4B42-8621-2A5FE158D0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C922538E-E34D-D117-1884-A0B2CCD290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5130283"/>
              </p:ext>
            </p:extLst>
          </p:nvPr>
        </p:nvGraphicFramePr>
        <p:xfrm>
          <a:off x="935182" y="955964"/>
          <a:ext cx="10422082" cy="53305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349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E028D8F-DF03-4911-92E3-4F6CF72F1A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3E028D8F-DF03-4911-92E3-4F6CF72F1A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3E028D8F-DF03-4911-92E3-4F6CF72F1A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F30E518-6AEB-4F4B-BA69-4AC4BA24EF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1F30E518-6AEB-4F4B-BA69-4AC4BA24EF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1F30E518-6AEB-4F4B-BA69-4AC4BA24EF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33006D-4D2B-437D-8133-6C767E5E6F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6333006D-4D2B-437D-8133-6C767E5E6F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6333006D-4D2B-437D-8133-6C767E5E6F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A409B4BA-AE9D-B259-9321-4CE42C435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2749220"/>
              </p:ext>
            </p:extLst>
          </p:nvPr>
        </p:nvGraphicFramePr>
        <p:xfrm>
          <a:off x="789710" y="685800"/>
          <a:ext cx="10733808" cy="56006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2679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0AACB6B-5ADB-4770-950F-1BAF0F0585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30AACB6B-5ADB-4770-950F-1BAF0F0585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30AACB6B-5ADB-4770-950F-1BAF0F0585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EA6C3DF-66A6-4FE7-9E7B-C631D14B28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5EA6C3DF-66A6-4FE7-9E7B-C631D14B28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5EA6C3DF-66A6-4FE7-9E7B-C631D14B28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715263D-A3E0-4421-B93D-A1C6AD033E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4715263D-A3E0-4421-B93D-A1C6AD033E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4715263D-A3E0-4421-B93D-A1C6AD033E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25DCA5A2-1C83-111D-03E3-18130F2571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6690563"/>
              </p:ext>
            </p:extLst>
          </p:nvPr>
        </p:nvGraphicFramePr>
        <p:xfrm>
          <a:off x="883228" y="1018309"/>
          <a:ext cx="10245436" cy="4873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489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F7F82D3-660A-4D83-8ECB-D340C0AA82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4F7F82D3-660A-4D83-8ECB-D340C0AA82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4F7F82D3-660A-4D83-8ECB-D340C0AA82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07E0D53-90E9-4F72-B7F5-701C514DB5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507E0D53-90E9-4F72-B7F5-701C514DB5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507E0D53-90E9-4F72-B7F5-701C514DB5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4E5321B-66BB-4F42-BB7A-CDF9BBF629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74E5321B-66BB-4F42-BB7A-CDF9BBF629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74E5321B-66BB-4F42-BB7A-CDF9BBF629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72F1FE7D-85BF-78A0-AE9C-3296FC51D0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6609439"/>
              </p:ext>
            </p:extLst>
          </p:nvPr>
        </p:nvGraphicFramePr>
        <p:xfrm>
          <a:off x="904009" y="1153391"/>
          <a:ext cx="10235045" cy="4790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160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242AD31-3D37-4BA4-A7E2-1B2CC55CA4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7242AD31-3D37-4BA4-A7E2-1B2CC55CA4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7242AD31-3D37-4BA4-A7E2-1B2CC55CA4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B085C3-ACE1-477C-88EB-D31BEBA99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59B085C3-ACE1-477C-88EB-D31BEBA99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59B085C3-ACE1-477C-88EB-D31BEBA99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CD7838-CCF0-48BC-A918-9DCD459CAA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63CD7838-CCF0-48BC-A918-9DCD459CAA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63CD7838-CCF0-48BC-A918-9DCD459CAA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0F95B39C-47C8-8A22-C3C2-5B75D05E13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2883694"/>
              </p:ext>
            </p:extLst>
          </p:nvPr>
        </p:nvGraphicFramePr>
        <p:xfrm>
          <a:off x="976746" y="1267691"/>
          <a:ext cx="10359736" cy="4769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968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0593BC-8B72-4C37-A66B-EC3B1C725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C80593BC-8B72-4C37-A66B-EC3B1C725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C80593BC-8B72-4C37-A66B-EC3B1C725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B56EA4-92BF-4A93-A3C9-ECB352BB80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01B56EA4-92BF-4A93-A3C9-ECB352BB80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01B56EA4-92BF-4A93-A3C9-ECB352BB80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A93D42-3F0D-4279-89D7-9036ECF14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F9A93D42-3F0D-4279-89D7-9036ECF14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F9A93D42-3F0D-4279-89D7-9036ECF14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990D04C1-C531-91E8-B19D-48B653B16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5708889"/>
              </p:ext>
            </p:extLst>
          </p:nvPr>
        </p:nvGraphicFramePr>
        <p:xfrm>
          <a:off x="904009" y="1288473"/>
          <a:ext cx="10359735" cy="4738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545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A34D846-2D45-49FE-A749-9B623A1B88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DA34D846-2D45-49FE-A749-9B623A1B88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DA34D846-2D45-49FE-A749-9B623A1B88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0AB0FD9-2DDB-4865-8AEB-D07D671AF2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10AB0FD9-2DDB-4865-8AEB-D07D671AF2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10AB0FD9-2DDB-4865-8AEB-D07D671AF2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4D5190-CA14-479F-9712-F3FFCA69FC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E64D5190-CA14-479F-9712-F3FFCA69FC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E64D5190-CA14-479F-9712-F3FFCA69FC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9E12BA62-129A-A372-6F2B-965D5F3560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849172"/>
              </p:ext>
            </p:extLst>
          </p:nvPr>
        </p:nvGraphicFramePr>
        <p:xfrm>
          <a:off x="789709" y="1288473"/>
          <a:ext cx="10474035" cy="48317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926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907E28F-85C0-4505-89CB-AEF13EF164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E907E28F-85C0-4505-89CB-AEF13EF164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E907E28F-85C0-4505-89CB-AEF13EF164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33EF6DF-FCE2-4657-A2BA-3B57FD91CA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A33EF6DF-FCE2-4657-A2BA-3B57FD91CA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A33EF6DF-FCE2-4657-A2BA-3B57FD91CA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C27AE8B-7C92-4498-BA43-F07CC2FB83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1C27AE8B-7C92-4498-BA43-F07CC2FB83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1C27AE8B-7C92-4498-BA43-F07CC2FB83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6D7F5DC3-6AD1-49BC-AFA2-E5386E94F6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839539"/>
              </p:ext>
            </p:extLst>
          </p:nvPr>
        </p:nvGraphicFramePr>
        <p:xfrm>
          <a:off x="955964" y="1143001"/>
          <a:ext cx="10370127" cy="4852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110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D7B850F-1A7B-4DD2-9951-7E98928AB2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9D7B850F-1A7B-4DD2-9951-7E98928AB2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9D7B850F-1A7B-4DD2-9951-7E98928AB2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F6F4FA-2796-450E-976F-469893787E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B5F6F4FA-2796-450E-976F-469893787E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B5F6F4FA-2796-450E-976F-469893787E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E2F5FA-3BCF-4C53-AF6C-B6CD9A20F3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7CE2F5FA-3BCF-4C53-AF6C-B6CD9A20F3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7CE2F5FA-3BCF-4C53-AF6C-B6CD9A20F3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8C8F92B6-78A5-1381-38EC-030E8EAD4B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6539205"/>
              </p:ext>
            </p:extLst>
          </p:nvPr>
        </p:nvGraphicFramePr>
        <p:xfrm>
          <a:off x="904009" y="1278083"/>
          <a:ext cx="10131135" cy="4696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611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CD54DEA-1E1A-40A2-AD52-9AA74A4BCE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CCD54DEA-1E1A-40A2-AD52-9AA74A4BCE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CCD54DEA-1E1A-40A2-AD52-9AA74A4BCE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B9A7A9D-8CD4-4503-B1B2-FC607CDA8A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0B9A7A9D-8CD4-4503-B1B2-FC607CDA8A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0B9A7A9D-8CD4-4503-B1B2-FC607CDA8A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C951E3-9AE5-4E25-B7C7-8C41B74713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F9C951E3-9AE5-4E25-B7C7-8C41B74713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F9C951E3-9AE5-4E25-B7C7-8C41B74713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9E2408AF-756E-01E3-0302-904538C426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0091038"/>
              </p:ext>
            </p:extLst>
          </p:nvPr>
        </p:nvGraphicFramePr>
        <p:xfrm>
          <a:off x="914400" y="1101436"/>
          <a:ext cx="10193482" cy="49356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381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65E8C66-F5C0-40C5-8E53-AB28C3E26D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665E8C66-F5C0-40C5-8E53-AB28C3E26D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665E8C66-F5C0-40C5-8E53-AB28C3E26D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BCC5837-1214-4EF2-AEA7-D8E2DA006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9BCC5837-1214-4EF2-AEA7-D8E2DA006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9BCC5837-1214-4EF2-AEA7-D8E2DA006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902DF1E-21CA-439D-B6EB-917DD834A8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6902DF1E-21CA-439D-B6EB-917DD834A8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6902DF1E-21CA-439D-B6EB-917DD834A8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Pacote">
  <a:themeElements>
    <a:clrScheme name="Paco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TM10001115[[fn=Pacote]]</Template>
  <TotalTime>181</TotalTime>
  <Words>318</Words>
  <Application>Microsoft Office PowerPoint</Application>
  <PresentationFormat>Ecrã Panorâmico</PresentationFormat>
  <Paragraphs>95</Paragraphs>
  <Slides>45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45</vt:i4>
      </vt:variant>
    </vt:vector>
  </HeadingPairs>
  <TitlesOfParts>
    <vt:vector size="49" baseType="lpstr">
      <vt:lpstr>Aptos</vt:lpstr>
      <vt:lpstr>Arial</vt:lpstr>
      <vt:lpstr>Gill Sans MT</vt:lpstr>
      <vt:lpstr>Pacote</vt:lpstr>
      <vt:lpstr>Pistas, de tipo verbal, para elicitar respostas com maior rapidez.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 duarte</dc:creator>
  <cp:lastModifiedBy>Berta duarte</cp:lastModifiedBy>
  <cp:revision>7</cp:revision>
  <dcterms:created xsi:type="dcterms:W3CDTF">2025-04-22T10:12:16Z</dcterms:created>
  <dcterms:modified xsi:type="dcterms:W3CDTF">2025-05-06T16:12:57Z</dcterms:modified>
</cp:coreProperties>
</file>